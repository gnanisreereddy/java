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69" r:id="rId2"/>
    <p:sldId id="257" r:id="rId3"/>
    <p:sldId id="258" r:id="rId4"/>
    <p:sldId id="298" r:id="rId5"/>
    <p:sldId id="259" r:id="rId6"/>
    <p:sldId id="301" r:id="rId7"/>
    <p:sldId id="275" r:id="rId8"/>
    <p:sldId id="302" r:id="rId9"/>
    <p:sldId id="303" r:id="rId10"/>
    <p:sldId id="304" r:id="rId11"/>
    <p:sldId id="305" r:id="rId12"/>
    <p:sldId id="306" r:id="rId13"/>
    <p:sldId id="307" r:id="rId14"/>
    <p:sldId id="308" r:id="rId15"/>
    <p:sldId id="309" r:id="rId16"/>
    <p:sldId id="262" r:id="rId17"/>
    <p:sldId id="299" r:id="rId18"/>
    <p:sldId id="261" r:id="rId19"/>
    <p:sldId id="263" r:id="rId20"/>
    <p:sldId id="300" r:id="rId21"/>
    <p:sldId id="311" r:id="rId22"/>
    <p:sldId id="267"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izw2E1bEMksOs/GE7ro/2SA0cE3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90"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9"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84080564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3346364f96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g13346364f96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3e9e326a68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13e9e326a68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3346364f96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g13346364f96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87902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3346364f96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g13346364f96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53050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3346364f96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g13346364f96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0953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396219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3346364f96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g13346364f96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31919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3346364f96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g13346364f96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56912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3346364f96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g13346364f96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30798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7"/>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3" name="Google Shape;13;p7"/>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4" name="Google Shape;14;p7"/>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5"/>
        <p:cNvGrpSpPr/>
        <p:nvPr/>
      </p:nvGrpSpPr>
      <p:grpSpPr>
        <a:xfrm>
          <a:off x="0" y="0"/>
          <a:ext cx="0" cy="0"/>
          <a:chOff x="0" y="0"/>
          <a:chExt cx="0" cy="0"/>
        </a:xfrm>
      </p:grpSpPr>
      <p:sp>
        <p:nvSpPr>
          <p:cNvPr id="16" name="Google Shape;16;p8"/>
          <p:cNvSpPr txBox="1">
            <a:spLocks noGrp="1"/>
          </p:cNvSpPr>
          <p:nvPr>
            <p:ph type="title"/>
          </p:nvPr>
        </p:nvSpPr>
        <p:spPr>
          <a:xfrm>
            <a:off x="457200" y="205978"/>
            <a:ext cx="8229600" cy="8574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
          <p:cNvSpPr txBox="1">
            <a:spLocks noGrp="1"/>
          </p:cNvSpPr>
          <p:nvPr>
            <p:ph type="body" idx="1"/>
          </p:nvPr>
        </p:nvSpPr>
        <p:spPr>
          <a:xfrm>
            <a:off x="457200" y="1200152"/>
            <a:ext cx="4038600" cy="3394500"/>
          </a:xfrm>
          <a:prstGeom prst="rect">
            <a:avLst/>
          </a:prstGeom>
          <a:noFill/>
          <a:ln>
            <a:noFill/>
          </a:ln>
        </p:spPr>
        <p:txBody>
          <a:bodyPr spcFirstLastPara="1" wrap="square" lIns="94100" tIns="47025" rIns="94100" bIns="47025" anchor="t" anchorCtr="0">
            <a:noAutofit/>
          </a:bodyPr>
          <a:lstStyle>
            <a:lvl1pPr marL="457200" lvl="0" indent="-1066800" algn="l">
              <a:lnSpc>
                <a:spcPct val="100000"/>
              </a:lnSpc>
              <a:spcBef>
                <a:spcPts val="577"/>
              </a:spcBef>
              <a:spcAft>
                <a:spcPts val="0"/>
              </a:spcAft>
              <a:buClr>
                <a:schemeClr val="dk1"/>
              </a:buClr>
              <a:buSzPts val="13200"/>
              <a:buChar char="•"/>
              <a:defRPr sz="2900"/>
            </a:lvl1pPr>
            <a:lvl2pPr marL="914400" lvl="1" indent="-946150" algn="l">
              <a:lnSpc>
                <a:spcPct val="100000"/>
              </a:lnSpc>
              <a:spcBef>
                <a:spcPts val="494"/>
              </a:spcBef>
              <a:spcAft>
                <a:spcPts val="0"/>
              </a:spcAft>
              <a:buClr>
                <a:schemeClr val="dk1"/>
              </a:buClr>
              <a:buSzPts val="11300"/>
              <a:buChar char="–"/>
              <a:defRPr sz="2500"/>
            </a:lvl2pPr>
            <a:lvl3pPr marL="1371600" lvl="2" indent="-825500" algn="l">
              <a:lnSpc>
                <a:spcPct val="100000"/>
              </a:lnSpc>
              <a:spcBef>
                <a:spcPts val="411"/>
              </a:spcBef>
              <a:spcAft>
                <a:spcPts val="0"/>
              </a:spcAft>
              <a:buClr>
                <a:schemeClr val="dk1"/>
              </a:buClr>
              <a:buSzPts val="9400"/>
              <a:buChar char="•"/>
              <a:defRPr sz="2100"/>
            </a:lvl3pPr>
            <a:lvl4pPr marL="1828800" lvl="3" indent="-768350" algn="l">
              <a:lnSpc>
                <a:spcPct val="100000"/>
              </a:lnSpc>
              <a:spcBef>
                <a:spcPts val="372"/>
              </a:spcBef>
              <a:spcAft>
                <a:spcPts val="0"/>
              </a:spcAft>
              <a:buClr>
                <a:schemeClr val="dk1"/>
              </a:buClr>
              <a:buSzPts val="8500"/>
              <a:buChar char="–"/>
              <a:defRPr sz="1900"/>
            </a:lvl4pPr>
            <a:lvl5pPr marL="2286000" lvl="4" indent="-768350" algn="l">
              <a:lnSpc>
                <a:spcPct val="100000"/>
              </a:lnSpc>
              <a:spcBef>
                <a:spcPts val="372"/>
              </a:spcBef>
              <a:spcAft>
                <a:spcPts val="0"/>
              </a:spcAft>
              <a:buClr>
                <a:schemeClr val="dk1"/>
              </a:buClr>
              <a:buSzPts val="8500"/>
              <a:buChar char="»"/>
              <a:defRPr sz="1900"/>
            </a:lvl5pPr>
            <a:lvl6pPr marL="2743200" lvl="5" indent="-768350" algn="l">
              <a:lnSpc>
                <a:spcPct val="100000"/>
              </a:lnSpc>
              <a:spcBef>
                <a:spcPts val="372"/>
              </a:spcBef>
              <a:spcAft>
                <a:spcPts val="0"/>
              </a:spcAft>
              <a:buClr>
                <a:schemeClr val="dk1"/>
              </a:buClr>
              <a:buSzPts val="8500"/>
              <a:buChar char="•"/>
              <a:defRPr sz="1900"/>
            </a:lvl6pPr>
            <a:lvl7pPr marL="3200400" lvl="6" indent="-768350" algn="l">
              <a:lnSpc>
                <a:spcPct val="100000"/>
              </a:lnSpc>
              <a:spcBef>
                <a:spcPts val="372"/>
              </a:spcBef>
              <a:spcAft>
                <a:spcPts val="0"/>
              </a:spcAft>
              <a:buClr>
                <a:schemeClr val="dk1"/>
              </a:buClr>
              <a:buSzPts val="8500"/>
              <a:buChar char="•"/>
              <a:defRPr sz="1900"/>
            </a:lvl7pPr>
            <a:lvl8pPr marL="3657600" lvl="7" indent="-768350" algn="l">
              <a:lnSpc>
                <a:spcPct val="100000"/>
              </a:lnSpc>
              <a:spcBef>
                <a:spcPts val="372"/>
              </a:spcBef>
              <a:spcAft>
                <a:spcPts val="0"/>
              </a:spcAft>
              <a:buClr>
                <a:schemeClr val="dk1"/>
              </a:buClr>
              <a:buSzPts val="8500"/>
              <a:buChar char="•"/>
              <a:defRPr sz="1900"/>
            </a:lvl8pPr>
            <a:lvl9pPr marL="4114800" lvl="8" indent="-768350" algn="l">
              <a:lnSpc>
                <a:spcPct val="100000"/>
              </a:lnSpc>
              <a:spcBef>
                <a:spcPts val="372"/>
              </a:spcBef>
              <a:spcAft>
                <a:spcPts val="0"/>
              </a:spcAft>
              <a:buClr>
                <a:schemeClr val="dk1"/>
              </a:buClr>
              <a:buSzPts val="8500"/>
              <a:buChar char="•"/>
              <a:defRPr sz="1900"/>
            </a:lvl9pPr>
          </a:lstStyle>
          <a:p>
            <a:endParaRPr/>
          </a:p>
        </p:txBody>
      </p:sp>
      <p:sp>
        <p:nvSpPr>
          <p:cNvPr id="18" name="Google Shape;18;p8"/>
          <p:cNvSpPr txBox="1">
            <a:spLocks noGrp="1"/>
          </p:cNvSpPr>
          <p:nvPr>
            <p:ph type="body" idx="2"/>
          </p:nvPr>
        </p:nvSpPr>
        <p:spPr>
          <a:xfrm>
            <a:off x="4648200" y="1200152"/>
            <a:ext cx="4038600" cy="3394500"/>
          </a:xfrm>
          <a:prstGeom prst="rect">
            <a:avLst/>
          </a:prstGeom>
          <a:noFill/>
          <a:ln>
            <a:noFill/>
          </a:ln>
        </p:spPr>
        <p:txBody>
          <a:bodyPr spcFirstLastPara="1" wrap="square" lIns="94100" tIns="47025" rIns="94100" bIns="47025" anchor="t" anchorCtr="0">
            <a:noAutofit/>
          </a:bodyPr>
          <a:lstStyle>
            <a:lvl1pPr marL="457200" lvl="0" indent="-1066800" algn="l">
              <a:lnSpc>
                <a:spcPct val="100000"/>
              </a:lnSpc>
              <a:spcBef>
                <a:spcPts val="577"/>
              </a:spcBef>
              <a:spcAft>
                <a:spcPts val="0"/>
              </a:spcAft>
              <a:buClr>
                <a:schemeClr val="dk1"/>
              </a:buClr>
              <a:buSzPts val="13200"/>
              <a:buChar char="•"/>
              <a:defRPr sz="2900"/>
            </a:lvl1pPr>
            <a:lvl2pPr marL="914400" lvl="1" indent="-946150" algn="l">
              <a:lnSpc>
                <a:spcPct val="100000"/>
              </a:lnSpc>
              <a:spcBef>
                <a:spcPts val="494"/>
              </a:spcBef>
              <a:spcAft>
                <a:spcPts val="0"/>
              </a:spcAft>
              <a:buClr>
                <a:schemeClr val="dk1"/>
              </a:buClr>
              <a:buSzPts val="11300"/>
              <a:buChar char="–"/>
              <a:defRPr sz="2500"/>
            </a:lvl2pPr>
            <a:lvl3pPr marL="1371600" lvl="2" indent="-825500" algn="l">
              <a:lnSpc>
                <a:spcPct val="100000"/>
              </a:lnSpc>
              <a:spcBef>
                <a:spcPts val="411"/>
              </a:spcBef>
              <a:spcAft>
                <a:spcPts val="0"/>
              </a:spcAft>
              <a:buClr>
                <a:schemeClr val="dk1"/>
              </a:buClr>
              <a:buSzPts val="9400"/>
              <a:buChar char="•"/>
              <a:defRPr sz="2100"/>
            </a:lvl3pPr>
            <a:lvl4pPr marL="1828800" lvl="3" indent="-768350" algn="l">
              <a:lnSpc>
                <a:spcPct val="100000"/>
              </a:lnSpc>
              <a:spcBef>
                <a:spcPts val="372"/>
              </a:spcBef>
              <a:spcAft>
                <a:spcPts val="0"/>
              </a:spcAft>
              <a:buClr>
                <a:schemeClr val="dk1"/>
              </a:buClr>
              <a:buSzPts val="8500"/>
              <a:buChar char="–"/>
              <a:defRPr sz="1900"/>
            </a:lvl4pPr>
            <a:lvl5pPr marL="2286000" lvl="4" indent="-768350" algn="l">
              <a:lnSpc>
                <a:spcPct val="100000"/>
              </a:lnSpc>
              <a:spcBef>
                <a:spcPts val="372"/>
              </a:spcBef>
              <a:spcAft>
                <a:spcPts val="0"/>
              </a:spcAft>
              <a:buClr>
                <a:schemeClr val="dk1"/>
              </a:buClr>
              <a:buSzPts val="8500"/>
              <a:buChar char="»"/>
              <a:defRPr sz="1900"/>
            </a:lvl5pPr>
            <a:lvl6pPr marL="2743200" lvl="5" indent="-768350" algn="l">
              <a:lnSpc>
                <a:spcPct val="100000"/>
              </a:lnSpc>
              <a:spcBef>
                <a:spcPts val="372"/>
              </a:spcBef>
              <a:spcAft>
                <a:spcPts val="0"/>
              </a:spcAft>
              <a:buClr>
                <a:schemeClr val="dk1"/>
              </a:buClr>
              <a:buSzPts val="8500"/>
              <a:buChar char="•"/>
              <a:defRPr sz="1900"/>
            </a:lvl6pPr>
            <a:lvl7pPr marL="3200400" lvl="6" indent="-768350" algn="l">
              <a:lnSpc>
                <a:spcPct val="100000"/>
              </a:lnSpc>
              <a:spcBef>
                <a:spcPts val="372"/>
              </a:spcBef>
              <a:spcAft>
                <a:spcPts val="0"/>
              </a:spcAft>
              <a:buClr>
                <a:schemeClr val="dk1"/>
              </a:buClr>
              <a:buSzPts val="8500"/>
              <a:buChar char="•"/>
              <a:defRPr sz="1900"/>
            </a:lvl7pPr>
            <a:lvl8pPr marL="3657600" lvl="7" indent="-768350" algn="l">
              <a:lnSpc>
                <a:spcPct val="100000"/>
              </a:lnSpc>
              <a:spcBef>
                <a:spcPts val="372"/>
              </a:spcBef>
              <a:spcAft>
                <a:spcPts val="0"/>
              </a:spcAft>
              <a:buClr>
                <a:schemeClr val="dk1"/>
              </a:buClr>
              <a:buSzPts val="8500"/>
              <a:buChar char="•"/>
              <a:defRPr sz="1900"/>
            </a:lvl8pPr>
            <a:lvl9pPr marL="4114800" lvl="8" indent="-768350" algn="l">
              <a:lnSpc>
                <a:spcPct val="100000"/>
              </a:lnSpc>
              <a:spcBef>
                <a:spcPts val="372"/>
              </a:spcBef>
              <a:spcAft>
                <a:spcPts val="0"/>
              </a:spcAft>
              <a:buClr>
                <a:schemeClr val="dk1"/>
              </a:buClr>
              <a:buSzPts val="8500"/>
              <a:buChar char="•"/>
              <a:defRPr sz="1900"/>
            </a:lvl9pPr>
          </a:lstStyle>
          <a:p>
            <a:endParaRPr/>
          </a:p>
        </p:txBody>
      </p:sp>
      <p:sp>
        <p:nvSpPr>
          <p:cNvPr id="19" name="Google Shape;19;p8"/>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0" name="Google Shape;20;p8"/>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1" name="Google Shape;21;p8"/>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2"/>
        <p:cNvGrpSpPr/>
        <p:nvPr/>
      </p:nvGrpSpPr>
      <p:grpSpPr>
        <a:xfrm>
          <a:off x="0" y="0"/>
          <a:ext cx="0" cy="0"/>
          <a:chOff x="0" y="0"/>
          <a:chExt cx="0" cy="0"/>
        </a:xfrm>
      </p:grpSpPr>
      <p:sp>
        <p:nvSpPr>
          <p:cNvPr id="23" name="Google Shape;23;p9"/>
          <p:cNvSpPr txBox="1">
            <a:spLocks noGrp="1"/>
          </p:cNvSpPr>
          <p:nvPr>
            <p:ph type="title"/>
          </p:nvPr>
        </p:nvSpPr>
        <p:spPr>
          <a:xfrm>
            <a:off x="457200" y="205978"/>
            <a:ext cx="8229600" cy="8574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chemeClr val="dk1"/>
              </a:buClr>
              <a:buSzPts val="207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body" idx="1"/>
          </p:nvPr>
        </p:nvSpPr>
        <p:spPr>
          <a:xfrm>
            <a:off x="457200" y="1151335"/>
            <a:ext cx="4040100" cy="480000"/>
          </a:xfrm>
          <a:prstGeom prst="rect">
            <a:avLst/>
          </a:prstGeom>
          <a:noFill/>
          <a:ln>
            <a:noFill/>
          </a:ln>
        </p:spPr>
        <p:txBody>
          <a:bodyPr spcFirstLastPara="1" wrap="square" lIns="94100" tIns="47025" rIns="94100" bIns="47025" anchor="b" anchorCtr="0">
            <a:noAutofit/>
          </a:bodyPr>
          <a:lstStyle>
            <a:lvl1pPr marL="457200" lvl="0" indent="-228600" algn="l">
              <a:lnSpc>
                <a:spcPct val="100000"/>
              </a:lnSpc>
              <a:spcBef>
                <a:spcPts val="494"/>
              </a:spcBef>
              <a:spcAft>
                <a:spcPts val="0"/>
              </a:spcAft>
              <a:buClr>
                <a:schemeClr val="dk1"/>
              </a:buClr>
              <a:buSzPts val="11300"/>
              <a:buNone/>
              <a:defRPr sz="2500" b="1"/>
            </a:lvl1pPr>
            <a:lvl2pPr marL="914400" lvl="1" indent="-228600" algn="l">
              <a:lnSpc>
                <a:spcPct val="100000"/>
              </a:lnSpc>
              <a:spcBef>
                <a:spcPts val="411"/>
              </a:spcBef>
              <a:spcAft>
                <a:spcPts val="0"/>
              </a:spcAft>
              <a:buClr>
                <a:schemeClr val="dk1"/>
              </a:buClr>
              <a:buSzPts val="9400"/>
              <a:buNone/>
              <a:defRPr sz="2100" b="1"/>
            </a:lvl2pPr>
            <a:lvl3pPr marL="1371600" lvl="2" indent="-228600" algn="l">
              <a:lnSpc>
                <a:spcPct val="100000"/>
              </a:lnSpc>
              <a:spcBef>
                <a:spcPts val="372"/>
              </a:spcBef>
              <a:spcAft>
                <a:spcPts val="0"/>
              </a:spcAft>
              <a:buClr>
                <a:schemeClr val="dk1"/>
              </a:buClr>
              <a:buSzPts val="8500"/>
              <a:buNone/>
              <a:defRPr sz="1900" b="1"/>
            </a:lvl3pPr>
            <a:lvl4pPr marL="1828800" lvl="3" indent="-228600" algn="l">
              <a:lnSpc>
                <a:spcPct val="100000"/>
              </a:lnSpc>
              <a:spcBef>
                <a:spcPts val="328"/>
              </a:spcBef>
              <a:spcAft>
                <a:spcPts val="0"/>
              </a:spcAft>
              <a:buClr>
                <a:schemeClr val="dk1"/>
              </a:buClr>
              <a:buSzPts val="7500"/>
              <a:buNone/>
              <a:defRPr sz="1600" b="1"/>
            </a:lvl4pPr>
            <a:lvl5pPr marL="2286000" lvl="4" indent="-228600" algn="l">
              <a:lnSpc>
                <a:spcPct val="100000"/>
              </a:lnSpc>
              <a:spcBef>
                <a:spcPts val="328"/>
              </a:spcBef>
              <a:spcAft>
                <a:spcPts val="0"/>
              </a:spcAft>
              <a:buClr>
                <a:schemeClr val="dk1"/>
              </a:buClr>
              <a:buSzPts val="7500"/>
              <a:buNone/>
              <a:defRPr sz="1600" b="1"/>
            </a:lvl5pPr>
            <a:lvl6pPr marL="2743200" lvl="5" indent="-228600" algn="l">
              <a:lnSpc>
                <a:spcPct val="100000"/>
              </a:lnSpc>
              <a:spcBef>
                <a:spcPts val="328"/>
              </a:spcBef>
              <a:spcAft>
                <a:spcPts val="0"/>
              </a:spcAft>
              <a:buClr>
                <a:schemeClr val="dk1"/>
              </a:buClr>
              <a:buSzPts val="7500"/>
              <a:buNone/>
              <a:defRPr sz="1600" b="1"/>
            </a:lvl6pPr>
            <a:lvl7pPr marL="3200400" lvl="6" indent="-228600" algn="l">
              <a:lnSpc>
                <a:spcPct val="100000"/>
              </a:lnSpc>
              <a:spcBef>
                <a:spcPts val="328"/>
              </a:spcBef>
              <a:spcAft>
                <a:spcPts val="0"/>
              </a:spcAft>
              <a:buClr>
                <a:schemeClr val="dk1"/>
              </a:buClr>
              <a:buSzPts val="7500"/>
              <a:buNone/>
              <a:defRPr sz="1600" b="1"/>
            </a:lvl7pPr>
            <a:lvl8pPr marL="3657600" lvl="7" indent="-228600" algn="l">
              <a:lnSpc>
                <a:spcPct val="100000"/>
              </a:lnSpc>
              <a:spcBef>
                <a:spcPts val="328"/>
              </a:spcBef>
              <a:spcAft>
                <a:spcPts val="0"/>
              </a:spcAft>
              <a:buClr>
                <a:schemeClr val="dk1"/>
              </a:buClr>
              <a:buSzPts val="7500"/>
              <a:buNone/>
              <a:defRPr sz="1600" b="1"/>
            </a:lvl8pPr>
            <a:lvl9pPr marL="4114800" lvl="8" indent="-228600" algn="l">
              <a:lnSpc>
                <a:spcPct val="100000"/>
              </a:lnSpc>
              <a:spcBef>
                <a:spcPts val="328"/>
              </a:spcBef>
              <a:spcAft>
                <a:spcPts val="0"/>
              </a:spcAft>
              <a:buClr>
                <a:schemeClr val="dk1"/>
              </a:buClr>
              <a:buSzPts val="7500"/>
              <a:buNone/>
              <a:defRPr sz="1600" b="1"/>
            </a:lvl9pPr>
          </a:lstStyle>
          <a:p>
            <a:endParaRPr/>
          </a:p>
        </p:txBody>
      </p:sp>
      <p:sp>
        <p:nvSpPr>
          <p:cNvPr id="25" name="Google Shape;25;p9"/>
          <p:cNvSpPr txBox="1">
            <a:spLocks noGrp="1"/>
          </p:cNvSpPr>
          <p:nvPr>
            <p:ph type="body" idx="2"/>
          </p:nvPr>
        </p:nvSpPr>
        <p:spPr>
          <a:xfrm>
            <a:off x="457200" y="1631156"/>
            <a:ext cx="4040100" cy="2963400"/>
          </a:xfrm>
          <a:prstGeom prst="rect">
            <a:avLst/>
          </a:prstGeom>
          <a:noFill/>
          <a:ln>
            <a:noFill/>
          </a:ln>
        </p:spPr>
        <p:txBody>
          <a:bodyPr spcFirstLastPara="1" wrap="square" lIns="94100" tIns="47025" rIns="94100" bIns="47025" anchor="t" anchorCtr="0">
            <a:noAutofit/>
          </a:bodyPr>
          <a:lstStyle>
            <a:lvl1pPr marL="457200" lvl="0" indent="-946150" algn="l">
              <a:lnSpc>
                <a:spcPct val="100000"/>
              </a:lnSpc>
              <a:spcBef>
                <a:spcPts val="494"/>
              </a:spcBef>
              <a:spcAft>
                <a:spcPts val="0"/>
              </a:spcAft>
              <a:buClr>
                <a:schemeClr val="dk1"/>
              </a:buClr>
              <a:buSzPts val="11300"/>
              <a:buChar char="•"/>
              <a:defRPr sz="2500"/>
            </a:lvl1pPr>
            <a:lvl2pPr marL="914400" lvl="1" indent="-825500" algn="l">
              <a:lnSpc>
                <a:spcPct val="100000"/>
              </a:lnSpc>
              <a:spcBef>
                <a:spcPts val="411"/>
              </a:spcBef>
              <a:spcAft>
                <a:spcPts val="0"/>
              </a:spcAft>
              <a:buClr>
                <a:schemeClr val="dk1"/>
              </a:buClr>
              <a:buSzPts val="9400"/>
              <a:buChar char="–"/>
              <a:defRPr sz="2100"/>
            </a:lvl2pPr>
            <a:lvl3pPr marL="1371600" lvl="2" indent="-768350" algn="l">
              <a:lnSpc>
                <a:spcPct val="100000"/>
              </a:lnSpc>
              <a:spcBef>
                <a:spcPts val="372"/>
              </a:spcBef>
              <a:spcAft>
                <a:spcPts val="0"/>
              </a:spcAft>
              <a:buClr>
                <a:schemeClr val="dk1"/>
              </a:buClr>
              <a:buSzPts val="8500"/>
              <a:buChar char="•"/>
              <a:defRPr sz="1900"/>
            </a:lvl3pPr>
            <a:lvl4pPr marL="1828800" lvl="3" indent="-704850" algn="l">
              <a:lnSpc>
                <a:spcPct val="100000"/>
              </a:lnSpc>
              <a:spcBef>
                <a:spcPts val="328"/>
              </a:spcBef>
              <a:spcAft>
                <a:spcPts val="0"/>
              </a:spcAft>
              <a:buClr>
                <a:schemeClr val="dk1"/>
              </a:buClr>
              <a:buSzPts val="7500"/>
              <a:buChar char="–"/>
              <a:defRPr sz="1600"/>
            </a:lvl4pPr>
            <a:lvl5pPr marL="2286000" lvl="4" indent="-704850" algn="l">
              <a:lnSpc>
                <a:spcPct val="100000"/>
              </a:lnSpc>
              <a:spcBef>
                <a:spcPts val="328"/>
              </a:spcBef>
              <a:spcAft>
                <a:spcPts val="0"/>
              </a:spcAft>
              <a:buClr>
                <a:schemeClr val="dk1"/>
              </a:buClr>
              <a:buSzPts val="7500"/>
              <a:buChar char="»"/>
              <a:defRPr sz="1600"/>
            </a:lvl5pPr>
            <a:lvl6pPr marL="2743200" lvl="5" indent="-704850" algn="l">
              <a:lnSpc>
                <a:spcPct val="100000"/>
              </a:lnSpc>
              <a:spcBef>
                <a:spcPts val="328"/>
              </a:spcBef>
              <a:spcAft>
                <a:spcPts val="0"/>
              </a:spcAft>
              <a:buClr>
                <a:schemeClr val="dk1"/>
              </a:buClr>
              <a:buSzPts val="7500"/>
              <a:buChar char="•"/>
              <a:defRPr sz="1600"/>
            </a:lvl6pPr>
            <a:lvl7pPr marL="3200400" lvl="6" indent="-704850" algn="l">
              <a:lnSpc>
                <a:spcPct val="100000"/>
              </a:lnSpc>
              <a:spcBef>
                <a:spcPts val="328"/>
              </a:spcBef>
              <a:spcAft>
                <a:spcPts val="0"/>
              </a:spcAft>
              <a:buClr>
                <a:schemeClr val="dk1"/>
              </a:buClr>
              <a:buSzPts val="7500"/>
              <a:buChar char="•"/>
              <a:defRPr sz="1600"/>
            </a:lvl7pPr>
            <a:lvl8pPr marL="3657600" lvl="7" indent="-704850" algn="l">
              <a:lnSpc>
                <a:spcPct val="100000"/>
              </a:lnSpc>
              <a:spcBef>
                <a:spcPts val="328"/>
              </a:spcBef>
              <a:spcAft>
                <a:spcPts val="0"/>
              </a:spcAft>
              <a:buClr>
                <a:schemeClr val="dk1"/>
              </a:buClr>
              <a:buSzPts val="7500"/>
              <a:buChar char="•"/>
              <a:defRPr sz="1600"/>
            </a:lvl8pPr>
            <a:lvl9pPr marL="4114800" lvl="8" indent="-704850" algn="l">
              <a:lnSpc>
                <a:spcPct val="100000"/>
              </a:lnSpc>
              <a:spcBef>
                <a:spcPts val="328"/>
              </a:spcBef>
              <a:spcAft>
                <a:spcPts val="0"/>
              </a:spcAft>
              <a:buClr>
                <a:schemeClr val="dk1"/>
              </a:buClr>
              <a:buSzPts val="7500"/>
              <a:buChar char="•"/>
              <a:defRPr sz="1600"/>
            </a:lvl9pPr>
          </a:lstStyle>
          <a:p>
            <a:endParaRPr/>
          </a:p>
        </p:txBody>
      </p:sp>
      <p:sp>
        <p:nvSpPr>
          <p:cNvPr id="26" name="Google Shape;26;p9"/>
          <p:cNvSpPr txBox="1">
            <a:spLocks noGrp="1"/>
          </p:cNvSpPr>
          <p:nvPr>
            <p:ph type="body" idx="3"/>
          </p:nvPr>
        </p:nvSpPr>
        <p:spPr>
          <a:xfrm>
            <a:off x="4645026" y="1151335"/>
            <a:ext cx="4041900" cy="480000"/>
          </a:xfrm>
          <a:prstGeom prst="rect">
            <a:avLst/>
          </a:prstGeom>
          <a:noFill/>
          <a:ln>
            <a:noFill/>
          </a:ln>
        </p:spPr>
        <p:txBody>
          <a:bodyPr spcFirstLastPara="1" wrap="square" lIns="94100" tIns="47025" rIns="94100" bIns="47025" anchor="b" anchorCtr="0">
            <a:noAutofit/>
          </a:bodyPr>
          <a:lstStyle>
            <a:lvl1pPr marL="457200" lvl="0" indent="-228600" algn="l">
              <a:lnSpc>
                <a:spcPct val="100000"/>
              </a:lnSpc>
              <a:spcBef>
                <a:spcPts val="494"/>
              </a:spcBef>
              <a:spcAft>
                <a:spcPts val="0"/>
              </a:spcAft>
              <a:buClr>
                <a:schemeClr val="dk1"/>
              </a:buClr>
              <a:buSzPts val="11300"/>
              <a:buNone/>
              <a:defRPr sz="2500" b="1"/>
            </a:lvl1pPr>
            <a:lvl2pPr marL="914400" lvl="1" indent="-228600" algn="l">
              <a:lnSpc>
                <a:spcPct val="100000"/>
              </a:lnSpc>
              <a:spcBef>
                <a:spcPts val="411"/>
              </a:spcBef>
              <a:spcAft>
                <a:spcPts val="0"/>
              </a:spcAft>
              <a:buClr>
                <a:schemeClr val="dk1"/>
              </a:buClr>
              <a:buSzPts val="9400"/>
              <a:buNone/>
              <a:defRPr sz="2100" b="1"/>
            </a:lvl2pPr>
            <a:lvl3pPr marL="1371600" lvl="2" indent="-228600" algn="l">
              <a:lnSpc>
                <a:spcPct val="100000"/>
              </a:lnSpc>
              <a:spcBef>
                <a:spcPts val="372"/>
              </a:spcBef>
              <a:spcAft>
                <a:spcPts val="0"/>
              </a:spcAft>
              <a:buClr>
                <a:schemeClr val="dk1"/>
              </a:buClr>
              <a:buSzPts val="8500"/>
              <a:buNone/>
              <a:defRPr sz="1900" b="1"/>
            </a:lvl3pPr>
            <a:lvl4pPr marL="1828800" lvl="3" indent="-228600" algn="l">
              <a:lnSpc>
                <a:spcPct val="100000"/>
              </a:lnSpc>
              <a:spcBef>
                <a:spcPts val="328"/>
              </a:spcBef>
              <a:spcAft>
                <a:spcPts val="0"/>
              </a:spcAft>
              <a:buClr>
                <a:schemeClr val="dk1"/>
              </a:buClr>
              <a:buSzPts val="7500"/>
              <a:buNone/>
              <a:defRPr sz="1600" b="1"/>
            </a:lvl4pPr>
            <a:lvl5pPr marL="2286000" lvl="4" indent="-228600" algn="l">
              <a:lnSpc>
                <a:spcPct val="100000"/>
              </a:lnSpc>
              <a:spcBef>
                <a:spcPts val="328"/>
              </a:spcBef>
              <a:spcAft>
                <a:spcPts val="0"/>
              </a:spcAft>
              <a:buClr>
                <a:schemeClr val="dk1"/>
              </a:buClr>
              <a:buSzPts val="7500"/>
              <a:buNone/>
              <a:defRPr sz="1600" b="1"/>
            </a:lvl5pPr>
            <a:lvl6pPr marL="2743200" lvl="5" indent="-228600" algn="l">
              <a:lnSpc>
                <a:spcPct val="100000"/>
              </a:lnSpc>
              <a:spcBef>
                <a:spcPts val="328"/>
              </a:spcBef>
              <a:spcAft>
                <a:spcPts val="0"/>
              </a:spcAft>
              <a:buClr>
                <a:schemeClr val="dk1"/>
              </a:buClr>
              <a:buSzPts val="7500"/>
              <a:buNone/>
              <a:defRPr sz="1600" b="1"/>
            </a:lvl6pPr>
            <a:lvl7pPr marL="3200400" lvl="6" indent="-228600" algn="l">
              <a:lnSpc>
                <a:spcPct val="100000"/>
              </a:lnSpc>
              <a:spcBef>
                <a:spcPts val="328"/>
              </a:spcBef>
              <a:spcAft>
                <a:spcPts val="0"/>
              </a:spcAft>
              <a:buClr>
                <a:schemeClr val="dk1"/>
              </a:buClr>
              <a:buSzPts val="7500"/>
              <a:buNone/>
              <a:defRPr sz="1600" b="1"/>
            </a:lvl7pPr>
            <a:lvl8pPr marL="3657600" lvl="7" indent="-228600" algn="l">
              <a:lnSpc>
                <a:spcPct val="100000"/>
              </a:lnSpc>
              <a:spcBef>
                <a:spcPts val="328"/>
              </a:spcBef>
              <a:spcAft>
                <a:spcPts val="0"/>
              </a:spcAft>
              <a:buClr>
                <a:schemeClr val="dk1"/>
              </a:buClr>
              <a:buSzPts val="7500"/>
              <a:buNone/>
              <a:defRPr sz="1600" b="1"/>
            </a:lvl8pPr>
            <a:lvl9pPr marL="4114800" lvl="8" indent="-228600" algn="l">
              <a:lnSpc>
                <a:spcPct val="100000"/>
              </a:lnSpc>
              <a:spcBef>
                <a:spcPts val="328"/>
              </a:spcBef>
              <a:spcAft>
                <a:spcPts val="0"/>
              </a:spcAft>
              <a:buClr>
                <a:schemeClr val="dk1"/>
              </a:buClr>
              <a:buSzPts val="7500"/>
              <a:buNone/>
              <a:defRPr sz="1600" b="1"/>
            </a:lvl9pPr>
          </a:lstStyle>
          <a:p>
            <a:endParaRPr/>
          </a:p>
        </p:txBody>
      </p:sp>
      <p:sp>
        <p:nvSpPr>
          <p:cNvPr id="27" name="Google Shape;27;p9"/>
          <p:cNvSpPr txBox="1">
            <a:spLocks noGrp="1"/>
          </p:cNvSpPr>
          <p:nvPr>
            <p:ph type="body" idx="4"/>
          </p:nvPr>
        </p:nvSpPr>
        <p:spPr>
          <a:xfrm>
            <a:off x="4645026" y="1631156"/>
            <a:ext cx="4041900" cy="2963400"/>
          </a:xfrm>
          <a:prstGeom prst="rect">
            <a:avLst/>
          </a:prstGeom>
          <a:noFill/>
          <a:ln>
            <a:noFill/>
          </a:ln>
        </p:spPr>
        <p:txBody>
          <a:bodyPr spcFirstLastPara="1" wrap="square" lIns="94100" tIns="47025" rIns="94100" bIns="47025" anchor="t" anchorCtr="0">
            <a:noAutofit/>
          </a:bodyPr>
          <a:lstStyle>
            <a:lvl1pPr marL="457200" lvl="0" indent="-946150" algn="l">
              <a:lnSpc>
                <a:spcPct val="100000"/>
              </a:lnSpc>
              <a:spcBef>
                <a:spcPts val="494"/>
              </a:spcBef>
              <a:spcAft>
                <a:spcPts val="0"/>
              </a:spcAft>
              <a:buClr>
                <a:schemeClr val="dk1"/>
              </a:buClr>
              <a:buSzPts val="11300"/>
              <a:buChar char="•"/>
              <a:defRPr sz="2500"/>
            </a:lvl1pPr>
            <a:lvl2pPr marL="914400" lvl="1" indent="-825500" algn="l">
              <a:lnSpc>
                <a:spcPct val="100000"/>
              </a:lnSpc>
              <a:spcBef>
                <a:spcPts val="411"/>
              </a:spcBef>
              <a:spcAft>
                <a:spcPts val="0"/>
              </a:spcAft>
              <a:buClr>
                <a:schemeClr val="dk1"/>
              </a:buClr>
              <a:buSzPts val="9400"/>
              <a:buChar char="–"/>
              <a:defRPr sz="2100"/>
            </a:lvl2pPr>
            <a:lvl3pPr marL="1371600" lvl="2" indent="-768350" algn="l">
              <a:lnSpc>
                <a:spcPct val="100000"/>
              </a:lnSpc>
              <a:spcBef>
                <a:spcPts val="372"/>
              </a:spcBef>
              <a:spcAft>
                <a:spcPts val="0"/>
              </a:spcAft>
              <a:buClr>
                <a:schemeClr val="dk1"/>
              </a:buClr>
              <a:buSzPts val="8500"/>
              <a:buChar char="•"/>
              <a:defRPr sz="1900"/>
            </a:lvl3pPr>
            <a:lvl4pPr marL="1828800" lvl="3" indent="-704850" algn="l">
              <a:lnSpc>
                <a:spcPct val="100000"/>
              </a:lnSpc>
              <a:spcBef>
                <a:spcPts val="328"/>
              </a:spcBef>
              <a:spcAft>
                <a:spcPts val="0"/>
              </a:spcAft>
              <a:buClr>
                <a:schemeClr val="dk1"/>
              </a:buClr>
              <a:buSzPts val="7500"/>
              <a:buChar char="–"/>
              <a:defRPr sz="1600"/>
            </a:lvl4pPr>
            <a:lvl5pPr marL="2286000" lvl="4" indent="-704850" algn="l">
              <a:lnSpc>
                <a:spcPct val="100000"/>
              </a:lnSpc>
              <a:spcBef>
                <a:spcPts val="328"/>
              </a:spcBef>
              <a:spcAft>
                <a:spcPts val="0"/>
              </a:spcAft>
              <a:buClr>
                <a:schemeClr val="dk1"/>
              </a:buClr>
              <a:buSzPts val="7500"/>
              <a:buChar char="»"/>
              <a:defRPr sz="1600"/>
            </a:lvl5pPr>
            <a:lvl6pPr marL="2743200" lvl="5" indent="-704850" algn="l">
              <a:lnSpc>
                <a:spcPct val="100000"/>
              </a:lnSpc>
              <a:spcBef>
                <a:spcPts val="328"/>
              </a:spcBef>
              <a:spcAft>
                <a:spcPts val="0"/>
              </a:spcAft>
              <a:buClr>
                <a:schemeClr val="dk1"/>
              </a:buClr>
              <a:buSzPts val="7500"/>
              <a:buChar char="•"/>
              <a:defRPr sz="1600"/>
            </a:lvl6pPr>
            <a:lvl7pPr marL="3200400" lvl="6" indent="-704850" algn="l">
              <a:lnSpc>
                <a:spcPct val="100000"/>
              </a:lnSpc>
              <a:spcBef>
                <a:spcPts val="328"/>
              </a:spcBef>
              <a:spcAft>
                <a:spcPts val="0"/>
              </a:spcAft>
              <a:buClr>
                <a:schemeClr val="dk1"/>
              </a:buClr>
              <a:buSzPts val="7500"/>
              <a:buChar char="•"/>
              <a:defRPr sz="1600"/>
            </a:lvl7pPr>
            <a:lvl8pPr marL="3657600" lvl="7" indent="-704850" algn="l">
              <a:lnSpc>
                <a:spcPct val="100000"/>
              </a:lnSpc>
              <a:spcBef>
                <a:spcPts val="328"/>
              </a:spcBef>
              <a:spcAft>
                <a:spcPts val="0"/>
              </a:spcAft>
              <a:buClr>
                <a:schemeClr val="dk1"/>
              </a:buClr>
              <a:buSzPts val="7500"/>
              <a:buChar char="•"/>
              <a:defRPr sz="1600"/>
            </a:lvl8pPr>
            <a:lvl9pPr marL="4114800" lvl="8" indent="-704850" algn="l">
              <a:lnSpc>
                <a:spcPct val="100000"/>
              </a:lnSpc>
              <a:spcBef>
                <a:spcPts val="328"/>
              </a:spcBef>
              <a:spcAft>
                <a:spcPts val="0"/>
              </a:spcAft>
              <a:buClr>
                <a:schemeClr val="dk1"/>
              </a:buClr>
              <a:buSzPts val="7500"/>
              <a:buChar char="•"/>
              <a:defRPr sz="1600"/>
            </a:lvl9pPr>
          </a:lstStyle>
          <a:p>
            <a:endParaRPr/>
          </a:p>
        </p:txBody>
      </p:sp>
      <p:sp>
        <p:nvSpPr>
          <p:cNvPr id="28" name="Google Shape;28;p9"/>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9" name="Google Shape;29;p9"/>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30" name="Google Shape;30;p9"/>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457200" y="205978"/>
            <a:ext cx="8229600" cy="8574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0"/>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34" name="Google Shape;34;p10"/>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35" name="Google Shape;35;p10"/>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
        <p:cNvGrpSpPr/>
        <p:nvPr/>
      </p:nvGrpSpPr>
      <p:grpSpPr>
        <a:xfrm>
          <a:off x="0" y="0"/>
          <a:ext cx="0" cy="0"/>
          <a:chOff x="0" y="0"/>
          <a:chExt cx="0" cy="0"/>
        </a:xfrm>
      </p:grpSpPr>
      <p:sp>
        <p:nvSpPr>
          <p:cNvPr id="37" name="Google Shape;37;p11"/>
          <p:cNvSpPr txBox="1">
            <a:spLocks noGrp="1"/>
          </p:cNvSpPr>
          <p:nvPr>
            <p:ph type="title"/>
          </p:nvPr>
        </p:nvSpPr>
        <p:spPr>
          <a:xfrm>
            <a:off x="457202" y="204788"/>
            <a:ext cx="3008400" cy="871800"/>
          </a:xfrm>
          <a:prstGeom prst="rect">
            <a:avLst/>
          </a:prstGeom>
          <a:noFill/>
          <a:ln>
            <a:noFill/>
          </a:ln>
        </p:spPr>
        <p:txBody>
          <a:bodyPr spcFirstLastPara="1" wrap="square" lIns="94100" tIns="47025" rIns="94100" bIns="47025" anchor="b" anchorCtr="0">
            <a:noAutofit/>
          </a:bodyPr>
          <a:lstStyle>
            <a:lvl1pPr lvl="0" algn="l">
              <a:lnSpc>
                <a:spcPct val="100000"/>
              </a:lnSpc>
              <a:spcBef>
                <a:spcPts val="0"/>
              </a:spcBef>
              <a:spcAft>
                <a:spcPts val="0"/>
              </a:spcAft>
              <a:buClr>
                <a:schemeClr val="dk1"/>
              </a:buClr>
              <a:buSzPts val="9400"/>
              <a:buFont typeface="Calibri"/>
              <a:buNone/>
              <a:defRPr sz="21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1"/>
          <p:cNvSpPr txBox="1">
            <a:spLocks noGrp="1"/>
          </p:cNvSpPr>
          <p:nvPr>
            <p:ph type="body" idx="1"/>
          </p:nvPr>
        </p:nvSpPr>
        <p:spPr>
          <a:xfrm>
            <a:off x="3575051" y="204789"/>
            <a:ext cx="5111700" cy="4389900"/>
          </a:xfrm>
          <a:prstGeom prst="rect">
            <a:avLst/>
          </a:prstGeom>
          <a:noFill/>
          <a:ln>
            <a:noFill/>
          </a:ln>
        </p:spPr>
        <p:txBody>
          <a:bodyPr spcFirstLastPara="1" wrap="square" lIns="94100" tIns="47025" rIns="94100" bIns="47025" anchor="t" anchorCtr="0">
            <a:noAutofit/>
          </a:bodyPr>
          <a:lstStyle>
            <a:lvl1pPr marL="457200" lvl="0" indent="-1187450" algn="l">
              <a:lnSpc>
                <a:spcPct val="100000"/>
              </a:lnSpc>
              <a:spcBef>
                <a:spcPts val="660"/>
              </a:spcBef>
              <a:spcAft>
                <a:spcPts val="0"/>
              </a:spcAft>
              <a:buClr>
                <a:schemeClr val="dk1"/>
              </a:buClr>
              <a:buSzPts val="15100"/>
              <a:buChar char="•"/>
              <a:defRPr sz="3300"/>
            </a:lvl1pPr>
            <a:lvl2pPr marL="914400" lvl="1" indent="-1066800" algn="l">
              <a:lnSpc>
                <a:spcPct val="100000"/>
              </a:lnSpc>
              <a:spcBef>
                <a:spcPts val="577"/>
              </a:spcBef>
              <a:spcAft>
                <a:spcPts val="0"/>
              </a:spcAft>
              <a:buClr>
                <a:schemeClr val="dk1"/>
              </a:buClr>
              <a:buSzPts val="13200"/>
              <a:buChar char="–"/>
              <a:defRPr sz="2900"/>
            </a:lvl2pPr>
            <a:lvl3pPr marL="1371600" lvl="2" indent="-946150" algn="l">
              <a:lnSpc>
                <a:spcPct val="100000"/>
              </a:lnSpc>
              <a:spcBef>
                <a:spcPts val="494"/>
              </a:spcBef>
              <a:spcAft>
                <a:spcPts val="0"/>
              </a:spcAft>
              <a:buClr>
                <a:schemeClr val="dk1"/>
              </a:buClr>
              <a:buSzPts val="11300"/>
              <a:buChar char="•"/>
              <a:defRPr sz="2500"/>
            </a:lvl3pPr>
            <a:lvl4pPr marL="1828800" lvl="3" indent="-825500" algn="l">
              <a:lnSpc>
                <a:spcPct val="100000"/>
              </a:lnSpc>
              <a:spcBef>
                <a:spcPts val="411"/>
              </a:spcBef>
              <a:spcAft>
                <a:spcPts val="0"/>
              </a:spcAft>
              <a:buClr>
                <a:schemeClr val="dk1"/>
              </a:buClr>
              <a:buSzPts val="9400"/>
              <a:buChar char="–"/>
              <a:defRPr sz="2100"/>
            </a:lvl4pPr>
            <a:lvl5pPr marL="2286000" lvl="4" indent="-825500" algn="l">
              <a:lnSpc>
                <a:spcPct val="100000"/>
              </a:lnSpc>
              <a:spcBef>
                <a:spcPts val="411"/>
              </a:spcBef>
              <a:spcAft>
                <a:spcPts val="0"/>
              </a:spcAft>
              <a:buClr>
                <a:schemeClr val="dk1"/>
              </a:buClr>
              <a:buSzPts val="9400"/>
              <a:buChar char="»"/>
              <a:defRPr sz="2100"/>
            </a:lvl5pPr>
            <a:lvl6pPr marL="2743200" lvl="5" indent="-825500" algn="l">
              <a:lnSpc>
                <a:spcPct val="100000"/>
              </a:lnSpc>
              <a:spcBef>
                <a:spcPts val="411"/>
              </a:spcBef>
              <a:spcAft>
                <a:spcPts val="0"/>
              </a:spcAft>
              <a:buClr>
                <a:schemeClr val="dk1"/>
              </a:buClr>
              <a:buSzPts val="9400"/>
              <a:buChar char="•"/>
              <a:defRPr sz="2100"/>
            </a:lvl6pPr>
            <a:lvl7pPr marL="3200400" lvl="6" indent="-825500" algn="l">
              <a:lnSpc>
                <a:spcPct val="100000"/>
              </a:lnSpc>
              <a:spcBef>
                <a:spcPts val="411"/>
              </a:spcBef>
              <a:spcAft>
                <a:spcPts val="0"/>
              </a:spcAft>
              <a:buClr>
                <a:schemeClr val="dk1"/>
              </a:buClr>
              <a:buSzPts val="9400"/>
              <a:buChar char="•"/>
              <a:defRPr sz="2100"/>
            </a:lvl7pPr>
            <a:lvl8pPr marL="3657600" lvl="7" indent="-825500" algn="l">
              <a:lnSpc>
                <a:spcPct val="100000"/>
              </a:lnSpc>
              <a:spcBef>
                <a:spcPts val="411"/>
              </a:spcBef>
              <a:spcAft>
                <a:spcPts val="0"/>
              </a:spcAft>
              <a:buClr>
                <a:schemeClr val="dk1"/>
              </a:buClr>
              <a:buSzPts val="9400"/>
              <a:buChar char="•"/>
              <a:defRPr sz="2100"/>
            </a:lvl8pPr>
            <a:lvl9pPr marL="4114800" lvl="8" indent="-825500" algn="l">
              <a:lnSpc>
                <a:spcPct val="100000"/>
              </a:lnSpc>
              <a:spcBef>
                <a:spcPts val="411"/>
              </a:spcBef>
              <a:spcAft>
                <a:spcPts val="0"/>
              </a:spcAft>
              <a:buClr>
                <a:schemeClr val="dk1"/>
              </a:buClr>
              <a:buSzPts val="9400"/>
              <a:buChar char="•"/>
              <a:defRPr sz="2100"/>
            </a:lvl9pPr>
          </a:lstStyle>
          <a:p>
            <a:endParaRPr/>
          </a:p>
        </p:txBody>
      </p:sp>
      <p:sp>
        <p:nvSpPr>
          <p:cNvPr id="39" name="Google Shape;39;p11"/>
          <p:cNvSpPr txBox="1">
            <a:spLocks noGrp="1"/>
          </p:cNvSpPr>
          <p:nvPr>
            <p:ph type="body" idx="2"/>
          </p:nvPr>
        </p:nvSpPr>
        <p:spPr>
          <a:xfrm>
            <a:off x="457202" y="1076326"/>
            <a:ext cx="3008400" cy="3518400"/>
          </a:xfrm>
          <a:prstGeom prst="rect">
            <a:avLst/>
          </a:prstGeom>
          <a:noFill/>
          <a:ln>
            <a:noFill/>
          </a:ln>
        </p:spPr>
        <p:txBody>
          <a:bodyPr spcFirstLastPara="1" wrap="square" lIns="94100" tIns="47025" rIns="94100" bIns="47025" anchor="t" anchorCtr="0">
            <a:noAutofit/>
          </a:bodyPr>
          <a:lstStyle>
            <a:lvl1pPr marL="457200" lvl="0" indent="-228600" algn="l">
              <a:lnSpc>
                <a:spcPct val="100000"/>
              </a:lnSpc>
              <a:spcBef>
                <a:spcPts val="289"/>
              </a:spcBef>
              <a:spcAft>
                <a:spcPts val="0"/>
              </a:spcAft>
              <a:buClr>
                <a:schemeClr val="dk1"/>
              </a:buClr>
              <a:buSzPts val="6600"/>
              <a:buNone/>
              <a:defRPr sz="1400"/>
            </a:lvl1pPr>
            <a:lvl2pPr marL="914400" lvl="1" indent="-228600" algn="l">
              <a:lnSpc>
                <a:spcPct val="100000"/>
              </a:lnSpc>
              <a:spcBef>
                <a:spcPts val="245"/>
              </a:spcBef>
              <a:spcAft>
                <a:spcPts val="0"/>
              </a:spcAft>
              <a:buClr>
                <a:schemeClr val="dk1"/>
              </a:buClr>
              <a:buSzPts val="5600"/>
              <a:buNone/>
              <a:defRPr sz="1200"/>
            </a:lvl2pPr>
            <a:lvl3pPr marL="1371600" lvl="2" indent="-228600" algn="l">
              <a:lnSpc>
                <a:spcPct val="100000"/>
              </a:lnSpc>
              <a:spcBef>
                <a:spcPts val="206"/>
              </a:spcBef>
              <a:spcAft>
                <a:spcPts val="0"/>
              </a:spcAft>
              <a:buClr>
                <a:schemeClr val="dk1"/>
              </a:buClr>
              <a:buSzPts val="4700"/>
              <a:buNone/>
              <a:defRPr sz="1000"/>
            </a:lvl3pPr>
            <a:lvl4pPr marL="1828800" lvl="3" indent="-228600" algn="l">
              <a:lnSpc>
                <a:spcPct val="100000"/>
              </a:lnSpc>
              <a:spcBef>
                <a:spcPts val="184"/>
              </a:spcBef>
              <a:spcAft>
                <a:spcPts val="0"/>
              </a:spcAft>
              <a:buClr>
                <a:schemeClr val="dk1"/>
              </a:buClr>
              <a:buSzPts val="4200"/>
              <a:buNone/>
              <a:defRPr sz="900"/>
            </a:lvl4pPr>
            <a:lvl5pPr marL="2286000" lvl="4" indent="-228600" algn="l">
              <a:lnSpc>
                <a:spcPct val="100000"/>
              </a:lnSpc>
              <a:spcBef>
                <a:spcPts val="184"/>
              </a:spcBef>
              <a:spcAft>
                <a:spcPts val="0"/>
              </a:spcAft>
              <a:buClr>
                <a:schemeClr val="dk1"/>
              </a:buClr>
              <a:buSzPts val="4200"/>
              <a:buNone/>
              <a:defRPr sz="900"/>
            </a:lvl5pPr>
            <a:lvl6pPr marL="2743200" lvl="5" indent="-228600" algn="l">
              <a:lnSpc>
                <a:spcPct val="100000"/>
              </a:lnSpc>
              <a:spcBef>
                <a:spcPts val="184"/>
              </a:spcBef>
              <a:spcAft>
                <a:spcPts val="0"/>
              </a:spcAft>
              <a:buClr>
                <a:schemeClr val="dk1"/>
              </a:buClr>
              <a:buSzPts val="4200"/>
              <a:buNone/>
              <a:defRPr sz="900"/>
            </a:lvl6pPr>
            <a:lvl7pPr marL="3200400" lvl="6" indent="-228600" algn="l">
              <a:lnSpc>
                <a:spcPct val="100000"/>
              </a:lnSpc>
              <a:spcBef>
                <a:spcPts val="184"/>
              </a:spcBef>
              <a:spcAft>
                <a:spcPts val="0"/>
              </a:spcAft>
              <a:buClr>
                <a:schemeClr val="dk1"/>
              </a:buClr>
              <a:buSzPts val="4200"/>
              <a:buNone/>
              <a:defRPr sz="900"/>
            </a:lvl7pPr>
            <a:lvl8pPr marL="3657600" lvl="7" indent="-228600" algn="l">
              <a:lnSpc>
                <a:spcPct val="100000"/>
              </a:lnSpc>
              <a:spcBef>
                <a:spcPts val="184"/>
              </a:spcBef>
              <a:spcAft>
                <a:spcPts val="0"/>
              </a:spcAft>
              <a:buClr>
                <a:schemeClr val="dk1"/>
              </a:buClr>
              <a:buSzPts val="4200"/>
              <a:buNone/>
              <a:defRPr sz="900"/>
            </a:lvl8pPr>
            <a:lvl9pPr marL="4114800" lvl="8" indent="-228600" algn="l">
              <a:lnSpc>
                <a:spcPct val="100000"/>
              </a:lnSpc>
              <a:spcBef>
                <a:spcPts val="184"/>
              </a:spcBef>
              <a:spcAft>
                <a:spcPts val="0"/>
              </a:spcAft>
              <a:buClr>
                <a:schemeClr val="dk1"/>
              </a:buClr>
              <a:buSzPts val="4200"/>
              <a:buNone/>
              <a:defRPr sz="900"/>
            </a:lvl9pPr>
          </a:lstStyle>
          <a:p>
            <a:endParaRPr/>
          </a:p>
        </p:txBody>
      </p:sp>
      <p:sp>
        <p:nvSpPr>
          <p:cNvPr id="40" name="Google Shape;40;p11"/>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41" name="Google Shape;41;p11"/>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42" name="Google Shape;42;p11"/>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3"/>
        <p:cNvGrpSpPr/>
        <p:nvPr/>
      </p:nvGrpSpPr>
      <p:grpSpPr>
        <a:xfrm>
          <a:off x="0" y="0"/>
          <a:ext cx="0" cy="0"/>
          <a:chOff x="0" y="0"/>
          <a:chExt cx="0" cy="0"/>
        </a:xfrm>
      </p:grpSpPr>
      <p:sp>
        <p:nvSpPr>
          <p:cNvPr id="44" name="Google Shape;44;p12"/>
          <p:cNvSpPr txBox="1">
            <a:spLocks noGrp="1"/>
          </p:cNvSpPr>
          <p:nvPr>
            <p:ph type="title"/>
          </p:nvPr>
        </p:nvSpPr>
        <p:spPr>
          <a:xfrm>
            <a:off x="1792289" y="3600452"/>
            <a:ext cx="5486400" cy="425100"/>
          </a:xfrm>
          <a:prstGeom prst="rect">
            <a:avLst/>
          </a:prstGeom>
          <a:noFill/>
          <a:ln>
            <a:noFill/>
          </a:ln>
        </p:spPr>
        <p:txBody>
          <a:bodyPr spcFirstLastPara="1" wrap="square" lIns="94100" tIns="47025" rIns="94100" bIns="47025" anchor="b" anchorCtr="0">
            <a:noAutofit/>
          </a:bodyPr>
          <a:lstStyle>
            <a:lvl1pPr lvl="0" algn="l">
              <a:lnSpc>
                <a:spcPct val="100000"/>
              </a:lnSpc>
              <a:spcBef>
                <a:spcPts val="0"/>
              </a:spcBef>
              <a:spcAft>
                <a:spcPts val="0"/>
              </a:spcAft>
              <a:buClr>
                <a:schemeClr val="dk1"/>
              </a:buClr>
              <a:buSzPts val="9400"/>
              <a:buFont typeface="Calibri"/>
              <a:buNone/>
              <a:defRPr sz="21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2"/>
          <p:cNvSpPr>
            <a:spLocks noGrp="1"/>
          </p:cNvSpPr>
          <p:nvPr>
            <p:ph type="pic" idx="2"/>
          </p:nvPr>
        </p:nvSpPr>
        <p:spPr>
          <a:xfrm>
            <a:off x="1792289" y="459581"/>
            <a:ext cx="5486400" cy="3086100"/>
          </a:xfrm>
          <a:prstGeom prst="rect">
            <a:avLst/>
          </a:prstGeom>
          <a:noFill/>
          <a:ln>
            <a:noFill/>
          </a:ln>
        </p:spPr>
      </p:sp>
      <p:sp>
        <p:nvSpPr>
          <p:cNvPr id="46" name="Google Shape;46;p12"/>
          <p:cNvSpPr txBox="1">
            <a:spLocks noGrp="1"/>
          </p:cNvSpPr>
          <p:nvPr>
            <p:ph type="body" idx="1"/>
          </p:nvPr>
        </p:nvSpPr>
        <p:spPr>
          <a:xfrm>
            <a:off x="1792289" y="4025505"/>
            <a:ext cx="5486400" cy="603600"/>
          </a:xfrm>
          <a:prstGeom prst="rect">
            <a:avLst/>
          </a:prstGeom>
          <a:noFill/>
          <a:ln>
            <a:noFill/>
          </a:ln>
        </p:spPr>
        <p:txBody>
          <a:bodyPr spcFirstLastPara="1" wrap="square" lIns="94100" tIns="47025" rIns="94100" bIns="47025" anchor="t" anchorCtr="0">
            <a:noAutofit/>
          </a:bodyPr>
          <a:lstStyle>
            <a:lvl1pPr marL="457200" lvl="0" indent="-228600" algn="l">
              <a:lnSpc>
                <a:spcPct val="100000"/>
              </a:lnSpc>
              <a:spcBef>
                <a:spcPts val="289"/>
              </a:spcBef>
              <a:spcAft>
                <a:spcPts val="0"/>
              </a:spcAft>
              <a:buClr>
                <a:schemeClr val="dk1"/>
              </a:buClr>
              <a:buSzPts val="6600"/>
              <a:buNone/>
              <a:defRPr sz="1400"/>
            </a:lvl1pPr>
            <a:lvl2pPr marL="914400" lvl="1" indent="-228600" algn="l">
              <a:lnSpc>
                <a:spcPct val="100000"/>
              </a:lnSpc>
              <a:spcBef>
                <a:spcPts val="245"/>
              </a:spcBef>
              <a:spcAft>
                <a:spcPts val="0"/>
              </a:spcAft>
              <a:buClr>
                <a:schemeClr val="dk1"/>
              </a:buClr>
              <a:buSzPts val="5600"/>
              <a:buNone/>
              <a:defRPr sz="1200"/>
            </a:lvl2pPr>
            <a:lvl3pPr marL="1371600" lvl="2" indent="-228600" algn="l">
              <a:lnSpc>
                <a:spcPct val="100000"/>
              </a:lnSpc>
              <a:spcBef>
                <a:spcPts val="206"/>
              </a:spcBef>
              <a:spcAft>
                <a:spcPts val="0"/>
              </a:spcAft>
              <a:buClr>
                <a:schemeClr val="dk1"/>
              </a:buClr>
              <a:buSzPts val="4700"/>
              <a:buNone/>
              <a:defRPr sz="1000"/>
            </a:lvl3pPr>
            <a:lvl4pPr marL="1828800" lvl="3" indent="-228600" algn="l">
              <a:lnSpc>
                <a:spcPct val="100000"/>
              </a:lnSpc>
              <a:spcBef>
                <a:spcPts val="184"/>
              </a:spcBef>
              <a:spcAft>
                <a:spcPts val="0"/>
              </a:spcAft>
              <a:buClr>
                <a:schemeClr val="dk1"/>
              </a:buClr>
              <a:buSzPts val="4200"/>
              <a:buNone/>
              <a:defRPr sz="900"/>
            </a:lvl4pPr>
            <a:lvl5pPr marL="2286000" lvl="4" indent="-228600" algn="l">
              <a:lnSpc>
                <a:spcPct val="100000"/>
              </a:lnSpc>
              <a:spcBef>
                <a:spcPts val="184"/>
              </a:spcBef>
              <a:spcAft>
                <a:spcPts val="0"/>
              </a:spcAft>
              <a:buClr>
                <a:schemeClr val="dk1"/>
              </a:buClr>
              <a:buSzPts val="4200"/>
              <a:buNone/>
              <a:defRPr sz="900"/>
            </a:lvl5pPr>
            <a:lvl6pPr marL="2743200" lvl="5" indent="-228600" algn="l">
              <a:lnSpc>
                <a:spcPct val="100000"/>
              </a:lnSpc>
              <a:spcBef>
                <a:spcPts val="184"/>
              </a:spcBef>
              <a:spcAft>
                <a:spcPts val="0"/>
              </a:spcAft>
              <a:buClr>
                <a:schemeClr val="dk1"/>
              </a:buClr>
              <a:buSzPts val="4200"/>
              <a:buNone/>
              <a:defRPr sz="900"/>
            </a:lvl6pPr>
            <a:lvl7pPr marL="3200400" lvl="6" indent="-228600" algn="l">
              <a:lnSpc>
                <a:spcPct val="100000"/>
              </a:lnSpc>
              <a:spcBef>
                <a:spcPts val="184"/>
              </a:spcBef>
              <a:spcAft>
                <a:spcPts val="0"/>
              </a:spcAft>
              <a:buClr>
                <a:schemeClr val="dk1"/>
              </a:buClr>
              <a:buSzPts val="4200"/>
              <a:buNone/>
              <a:defRPr sz="900"/>
            </a:lvl7pPr>
            <a:lvl8pPr marL="3657600" lvl="7" indent="-228600" algn="l">
              <a:lnSpc>
                <a:spcPct val="100000"/>
              </a:lnSpc>
              <a:spcBef>
                <a:spcPts val="184"/>
              </a:spcBef>
              <a:spcAft>
                <a:spcPts val="0"/>
              </a:spcAft>
              <a:buClr>
                <a:schemeClr val="dk1"/>
              </a:buClr>
              <a:buSzPts val="4200"/>
              <a:buNone/>
              <a:defRPr sz="900"/>
            </a:lvl8pPr>
            <a:lvl9pPr marL="4114800" lvl="8" indent="-228600" algn="l">
              <a:lnSpc>
                <a:spcPct val="100000"/>
              </a:lnSpc>
              <a:spcBef>
                <a:spcPts val="184"/>
              </a:spcBef>
              <a:spcAft>
                <a:spcPts val="0"/>
              </a:spcAft>
              <a:buClr>
                <a:schemeClr val="dk1"/>
              </a:buClr>
              <a:buSzPts val="4200"/>
              <a:buNone/>
              <a:defRPr sz="900"/>
            </a:lvl9pPr>
          </a:lstStyle>
          <a:p>
            <a:endParaRPr/>
          </a:p>
        </p:txBody>
      </p:sp>
      <p:sp>
        <p:nvSpPr>
          <p:cNvPr id="47" name="Google Shape;47;p12"/>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48" name="Google Shape;48;p12"/>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49" name="Google Shape;49;p12"/>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8"/>
            <a:ext cx="8229600" cy="8574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3"/>
          <p:cNvSpPr txBox="1">
            <a:spLocks noGrp="1"/>
          </p:cNvSpPr>
          <p:nvPr>
            <p:ph type="body" idx="1"/>
          </p:nvPr>
        </p:nvSpPr>
        <p:spPr>
          <a:xfrm rot="5400000">
            <a:off x="2874751" y="-1217399"/>
            <a:ext cx="3394500" cy="8229600"/>
          </a:xfrm>
          <a:prstGeom prst="rect">
            <a:avLst/>
          </a:prstGeom>
          <a:noFill/>
          <a:ln>
            <a:noFill/>
          </a:ln>
        </p:spPr>
        <p:txBody>
          <a:bodyPr spcFirstLastPara="1" wrap="square" lIns="94100" tIns="47025" rIns="94100" bIns="47025" anchor="t" anchorCtr="0">
            <a:noAutofit/>
          </a:bodyPr>
          <a:lstStyle>
            <a:lvl1pPr marL="457200" lvl="0" indent="-342900" algn="l">
              <a:lnSpc>
                <a:spcPct val="100000"/>
              </a:lnSpc>
              <a:spcBef>
                <a:spcPts val="79"/>
              </a:spcBef>
              <a:spcAft>
                <a:spcPts val="0"/>
              </a:spcAft>
              <a:buClr>
                <a:schemeClr val="dk1"/>
              </a:buClr>
              <a:buSzPts val="1800"/>
              <a:buChar char="•"/>
              <a:defRPr/>
            </a:lvl1pPr>
            <a:lvl2pPr marL="914400" lvl="1" indent="-342900" algn="l">
              <a:lnSpc>
                <a:spcPct val="100000"/>
              </a:lnSpc>
              <a:spcBef>
                <a:spcPts val="79"/>
              </a:spcBef>
              <a:spcAft>
                <a:spcPts val="0"/>
              </a:spcAft>
              <a:buClr>
                <a:schemeClr val="dk1"/>
              </a:buClr>
              <a:buSzPts val="1800"/>
              <a:buChar char="–"/>
              <a:defRPr/>
            </a:lvl2pPr>
            <a:lvl3pPr marL="1371600" lvl="2" indent="-342900" algn="l">
              <a:lnSpc>
                <a:spcPct val="100000"/>
              </a:lnSpc>
              <a:spcBef>
                <a:spcPts val="79"/>
              </a:spcBef>
              <a:spcAft>
                <a:spcPts val="0"/>
              </a:spcAft>
              <a:buClr>
                <a:schemeClr val="dk1"/>
              </a:buClr>
              <a:buSzPts val="1800"/>
              <a:buChar char="•"/>
              <a:defRPr/>
            </a:lvl3pPr>
            <a:lvl4pPr marL="1828800" lvl="3" indent="-342900" algn="l">
              <a:lnSpc>
                <a:spcPct val="100000"/>
              </a:lnSpc>
              <a:spcBef>
                <a:spcPts val="79"/>
              </a:spcBef>
              <a:spcAft>
                <a:spcPts val="0"/>
              </a:spcAft>
              <a:buClr>
                <a:schemeClr val="dk1"/>
              </a:buClr>
              <a:buSzPts val="1800"/>
              <a:buChar char="–"/>
              <a:defRPr/>
            </a:lvl4pPr>
            <a:lvl5pPr marL="2286000" lvl="4" indent="-342900" algn="l">
              <a:lnSpc>
                <a:spcPct val="100000"/>
              </a:lnSpc>
              <a:spcBef>
                <a:spcPts val="79"/>
              </a:spcBef>
              <a:spcAft>
                <a:spcPts val="0"/>
              </a:spcAft>
              <a:buClr>
                <a:schemeClr val="dk1"/>
              </a:buClr>
              <a:buSzPts val="1800"/>
              <a:buChar char="»"/>
              <a:defRPr/>
            </a:lvl5pPr>
            <a:lvl6pPr marL="2743200" lvl="5" indent="-342900" algn="l">
              <a:lnSpc>
                <a:spcPct val="100000"/>
              </a:lnSpc>
              <a:spcBef>
                <a:spcPts val="79"/>
              </a:spcBef>
              <a:spcAft>
                <a:spcPts val="0"/>
              </a:spcAft>
              <a:buClr>
                <a:schemeClr val="dk1"/>
              </a:buClr>
              <a:buSzPts val="1800"/>
              <a:buChar char="•"/>
              <a:defRPr/>
            </a:lvl6pPr>
            <a:lvl7pPr marL="3200400" lvl="6" indent="-342900" algn="l">
              <a:lnSpc>
                <a:spcPct val="100000"/>
              </a:lnSpc>
              <a:spcBef>
                <a:spcPts val="79"/>
              </a:spcBef>
              <a:spcAft>
                <a:spcPts val="0"/>
              </a:spcAft>
              <a:buClr>
                <a:schemeClr val="dk1"/>
              </a:buClr>
              <a:buSzPts val="1800"/>
              <a:buChar char="•"/>
              <a:defRPr/>
            </a:lvl7pPr>
            <a:lvl8pPr marL="3657600" lvl="7" indent="-342900" algn="l">
              <a:lnSpc>
                <a:spcPct val="100000"/>
              </a:lnSpc>
              <a:spcBef>
                <a:spcPts val="79"/>
              </a:spcBef>
              <a:spcAft>
                <a:spcPts val="0"/>
              </a:spcAft>
              <a:buClr>
                <a:schemeClr val="dk1"/>
              </a:buClr>
              <a:buSzPts val="1800"/>
              <a:buChar char="•"/>
              <a:defRPr/>
            </a:lvl8pPr>
            <a:lvl9pPr marL="4114800" lvl="8" indent="-342900" algn="l">
              <a:lnSpc>
                <a:spcPct val="100000"/>
              </a:lnSpc>
              <a:spcBef>
                <a:spcPts val="79"/>
              </a:spcBef>
              <a:spcAft>
                <a:spcPts val="0"/>
              </a:spcAft>
              <a:buClr>
                <a:schemeClr val="dk1"/>
              </a:buClr>
              <a:buSzPts val="1800"/>
              <a:buChar char="•"/>
              <a:defRPr/>
            </a:lvl9pPr>
          </a:lstStyle>
          <a:p>
            <a:endParaRPr/>
          </a:p>
        </p:txBody>
      </p:sp>
      <p:sp>
        <p:nvSpPr>
          <p:cNvPr id="53" name="Google Shape;53;p13"/>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54" name="Google Shape;54;p13"/>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55" name="Google Shape;55;p13"/>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rot="5400000">
            <a:off x="5463751" y="1371630"/>
            <a:ext cx="4388700" cy="20574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4"/>
          <p:cNvSpPr txBox="1">
            <a:spLocks noGrp="1"/>
          </p:cNvSpPr>
          <p:nvPr>
            <p:ph type="body" idx="1"/>
          </p:nvPr>
        </p:nvSpPr>
        <p:spPr>
          <a:xfrm rot="5400000">
            <a:off x="1272750" y="-609570"/>
            <a:ext cx="4388700" cy="6019800"/>
          </a:xfrm>
          <a:prstGeom prst="rect">
            <a:avLst/>
          </a:prstGeom>
          <a:noFill/>
          <a:ln>
            <a:noFill/>
          </a:ln>
        </p:spPr>
        <p:txBody>
          <a:bodyPr spcFirstLastPara="1" wrap="square" lIns="94100" tIns="47025" rIns="94100" bIns="47025" anchor="t" anchorCtr="0">
            <a:noAutofit/>
          </a:bodyPr>
          <a:lstStyle>
            <a:lvl1pPr marL="457200" lvl="0" indent="-342900" algn="l">
              <a:lnSpc>
                <a:spcPct val="100000"/>
              </a:lnSpc>
              <a:spcBef>
                <a:spcPts val="79"/>
              </a:spcBef>
              <a:spcAft>
                <a:spcPts val="0"/>
              </a:spcAft>
              <a:buClr>
                <a:schemeClr val="dk1"/>
              </a:buClr>
              <a:buSzPts val="1800"/>
              <a:buChar char="•"/>
              <a:defRPr/>
            </a:lvl1pPr>
            <a:lvl2pPr marL="914400" lvl="1" indent="-342900" algn="l">
              <a:lnSpc>
                <a:spcPct val="100000"/>
              </a:lnSpc>
              <a:spcBef>
                <a:spcPts val="79"/>
              </a:spcBef>
              <a:spcAft>
                <a:spcPts val="0"/>
              </a:spcAft>
              <a:buClr>
                <a:schemeClr val="dk1"/>
              </a:buClr>
              <a:buSzPts val="1800"/>
              <a:buChar char="–"/>
              <a:defRPr/>
            </a:lvl2pPr>
            <a:lvl3pPr marL="1371600" lvl="2" indent="-342900" algn="l">
              <a:lnSpc>
                <a:spcPct val="100000"/>
              </a:lnSpc>
              <a:spcBef>
                <a:spcPts val="79"/>
              </a:spcBef>
              <a:spcAft>
                <a:spcPts val="0"/>
              </a:spcAft>
              <a:buClr>
                <a:schemeClr val="dk1"/>
              </a:buClr>
              <a:buSzPts val="1800"/>
              <a:buChar char="•"/>
              <a:defRPr/>
            </a:lvl3pPr>
            <a:lvl4pPr marL="1828800" lvl="3" indent="-342900" algn="l">
              <a:lnSpc>
                <a:spcPct val="100000"/>
              </a:lnSpc>
              <a:spcBef>
                <a:spcPts val="79"/>
              </a:spcBef>
              <a:spcAft>
                <a:spcPts val="0"/>
              </a:spcAft>
              <a:buClr>
                <a:schemeClr val="dk1"/>
              </a:buClr>
              <a:buSzPts val="1800"/>
              <a:buChar char="–"/>
              <a:defRPr/>
            </a:lvl4pPr>
            <a:lvl5pPr marL="2286000" lvl="4" indent="-342900" algn="l">
              <a:lnSpc>
                <a:spcPct val="100000"/>
              </a:lnSpc>
              <a:spcBef>
                <a:spcPts val="79"/>
              </a:spcBef>
              <a:spcAft>
                <a:spcPts val="0"/>
              </a:spcAft>
              <a:buClr>
                <a:schemeClr val="dk1"/>
              </a:buClr>
              <a:buSzPts val="1800"/>
              <a:buChar char="»"/>
              <a:defRPr/>
            </a:lvl5pPr>
            <a:lvl6pPr marL="2743200" lvl="5" indent="-342900" algn="l">
              <a:lnSpc>
                <a:spcPct val="100000"/>
              </a:lnSpc>
              <a:spcBef>
                <a:spcPts val="79"/>
              </a:spcBef>
              <a:spcAft>
                <a:spcPts val="0"/>
              </a:spcAft>
              <a:buClr>
                <a:schemeClr val="dk1"/>
              </a:buClr>
              <a:buSzPts val="1800"/>
              <a:buChar char="•"/>
              <a:defRPr/>
            </a:lvl6pPr>
            <a:lvl7pPr marL="3200400" lvl="6" indent="-342900" algn="l">
              <a:lnSpc>
                <a:spcPct val="100000"/>
              </a:lnSpc>
              <a:spcBef>
                <a:spcPts val="79"/>
              </a:spcBef>
              <a:spcAft>
                <a:spcPts val="0"/>
              </a:spcAft>
              <a:buClr>
                <a:schemeClr val="dk1"/>
              </a:buClr>
              <a:buSzPts val="1800"/>
              <a:buChar char="•"/>
              <a:defRPr/>
            </a:lvl7pPr>
            <a:lvl8pPr marL="3657600" lvl="7" indent="-342900" algn="l">
              <a:lnSpc>
                <a:spcPct val="100000"/>
              </a:lnSpc>
              <a:spcBef>
                <a:spcPts val="79"/>
              </a:spcBef>
              <a:spcAft>
                <a:spcPts val="0"/>
              </a:spcAft>
              <a:buClr>
                <a:schemeClr val="dk1"/>
              </a:buClr>
              <a:buSzPts val="1800"/>
              <a:buChar char="•"/>
              <a:defRPr/>
            </a:lvl8pPr>
            <a:lvl9pPr marL="4114800" lvl="8" indent="-342900" algn="l">
              <a:lnSpc>
                <a:spcPct val="100000"/>
              </a:lnSpc>
              <a:spcBef>
                <a:spcPts val="79"/>
              </a:spcBef>
              <a:spcAft>
                <a:spcPts val="0"/>
              </a:spcAft>
              <a:buClr>
                <a:schemeClr val="dk1"/>
              </a:buClr>
              <a:buSzPts val="1800"/>
              <a:buChar char="•"/>
              <a:defRPr/>
            </a:lvl9pPr>
          </a:lstStyle>
          <a:p>
            <a:endParaRPr/>
          </a:p>
        </p:txBody>
      </p:sp>
      <p:sp>
        <p:nvSpPr>
          <p:cNvPr id="59" name="Google Shape;59;p14"/>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60" name="Google Shape;60;p14"/>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61" name="Google Shape;61;p14"/>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68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457200" y="205978"/>
            <a:ext cx="8229600" cy="857400"/>
          </a:xfrm>
          <a:prstGeom prst="rect">
            <a:avLst/>
          </a:prstGeom>
          <a:noFill/>
          <a:ln>
            <a:noFill/>
          </a:ln>
        </p:spPr>
        <p:txBody>
          <a:bodyPr spcFirstLastPara="1" wrap="square" lIns="94100" tIns="47025" rIns="94100" bIns="47025" anchor="ctr" anchorCtr="0">
            <a:noAutofit/>
          </a:bodyPr>
          <a:lstStyle>
            <a:lvl1pPr marR="0" lvl="0" algn="ctr" rtl="0">
              <a:lnSpc>
                <a:spcPct val="100000"/>
              </a:lnSpc>
              <a:spcBef>
                <a:spcPts val="0"/>
              </a:spcBef>
              <a:spcAft>
                <a:spcPts val="0"/>
              </a:spcAft>
              <a:buClr>
                <a:schemeClr val="dk1"/>
              </a:buClr>
              <a:buSzPts val="20700"/>
              <a:buFont typeface="Calibri"/>
              <a:buNone/>
              <a:defRPr sz="207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457200" y="1200152"/>
            <a:ext cx="8229600" cy="3394500"/>
          </a:xfrm>
          <a:prstGeom prst="rect">
            <a:avLst/>
          </a:prstGeom>
          <a:noFill/>
          <a:ln>
            <a:noFill/>
          </a:ln>
        </p:spPr>
        <p:txBody>
          <a:bodyPr spcFirstLastPara="1" wrap="square" lIns="94100" tIns="47025" rIns="94100" bIns="47025" anchor="t" anchorCtr="0">
            <a:noAutofit/>
          </a:bodyPr>
          <a:lstStyle>
            <a:lvl1pPr marL="457200" marR="0" lvl="0" indent="-1187450" algn="l" rtl="0">
              <a:lnSpc>
                <a:spcPct val="100000"/>
              </a:lnSpc>
              <a:spcBef>
                <a:spcPts val="3020"/>
              </a:spcBef>
              <a:spcAft>
                <a:spcPts val="0"/>
              </a:spcAft>
              <a:buClr>
                <a:schemeClr val="dk1"/>
              </a:buClr>
              <a:buSzPts val="15100"/>
              <a:buFont typeface="Arial"/>
              <a:buChar char="•"/>
              <a:defRPr sz="15100" b="0" i="0" u="none" strike="noStrike" cap="none">
                <a:solidFill>
                  <a:schemeClr val="dk1"/>
                </a:solidFill>
                <a:latin typeface="Calibri"/>
                <a:ea typeface="Calibri"/>
                <a:cs typeface="Calibri"/>
                <a:sym typeface="Calibri"/>
              </a:defRPr>
            </a:lvl1pPr>
            <a:lvl2pPr marL="914400" marR="0" lvl="1" indent="-1066800" algn="l" rtl="0">
              <a:lnSpc>
                <a:spcPct val="100000"/>
              </a:lnSpc>
              <a:spcBef>
                <a:spcPts val="2640"/>
              </a:spcBef>
              <a:spcAft>
                <a:spcPts val="0"/>
              </a:spcAft>
              <a:buClr>
                <a:schemeClr val="dk1"/>
              </a:buClr>
              <a:buSzPts val="13200"/>
              <a:buFont typeface="Arial"/>
              <a:buChar char="–"/>
              <a:defRPr sz="13200" b="0" i="0" u="none" strike="noStrike" cap="none">
                <a:solidFill>
                  <a:schemeClr val="dk1"/>
                </a:solidFill>
                <a:latin typeface="Calibri"/>
                <a:ea typeface="Calibri"/>
                <a:cs typeface="Calibri"/>
                <a:sym typeface="Calibri"/>
              </a:defRPr>
            </a:lvl2pPr>
            <a:lvl3pPr marL="1371600" marR="0" lvl="2" indent="-946150" algn="l" rtl="0">
              <a:lnSpc>
                <a:spcPct val="100000"/>
              </a:lnSpc>
              <a:spcBef>
                <a:spcPts val="2260"/>
              </a:spcBef>
              <a:spcAft>
                <a:spcPts val="0"/>
              </a:spcAft>
              <a:buClr>
                <a:schemeClr val="dk1"/>
              </a:buClr>
              <a:buSzPts val="11300"/>
              <a:buFont typeface="Arial"/>
              <a:buChar char="•"/>
              <a:defRPr sz="11300" b="0" i="0" u="none" strike="noStrike" cap="none">
                <a:solidFill>
                  <a:schemeClr val="dk1"/>
                </a:solidFill>
                <a:latin typeface="Calibri"/>
                <a:ea typeface="Calibri"/>
                <a:cs typeface="Calibri"/>
                <a:sym typeface="Calibri"/>
              </a:defRPr>
            </a:lvl3pPr>
            <a:lvl4pPr marL="1828800" marR="0" lvl="3" indent="-825500" algn="l" rtl="0">
              <a:lnSpc>
                <a:spcPct val="100000"/>
              </a:lnSpc>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4pPr>
            <a:lvl5pPr marL="2286000" marR="0" lvl="4" indent="-825500" algn="l" rtl="0">
              <a:lnSpc>
                <a:spcPct val="100000"/>
              </a:lnSpc>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5pPr>
            <a:lvl6pPr marL="2743200" marR="0" lvl="5" indent="-825500" algn="l" rtl="0">
              <a:lnSpc>
                <a:spcPct val="100000"/>
              </a:lnSpc>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6pPr>
            <a:lvl7pPr marL="3200400" marR="0" lvl="6" indent="-825500" algn="l" rtl="0">
              <a:lnSpc>
                <a:spcPct val="100000"/>
              </a:lnSpc>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7pPr>
            <a:lvl8pPr marL="3657600" marR="0" lvl="7" indent="-825500" algn="l" rtl="0">
              <a:lnSpc>
                <a:spcPct val="100000"/>
              </a:lnSpc>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8pPr>
            <a:lvl9pPr marL="4114800" marR="0" lvl="8" indent="-825500" algn="l" rtl="0">
              <a:lnSpc>
                <a:spcPct val="100000"/>
              </a:lnSpc>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9pPr>
          </a:lstStyle>
          <a:p>
            <a:endParaRPr/>
          </a:p>
        </p:txBody>
      </p:sp>
      <p:sp>
        <p:nvSpPr>
          <p:cNvPr id="8" name="Google Shape;8;p6"/>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9pPr>
          </a:lstStyle>
          <a:p>
            <a:endParaRPr/>
          </a:p>
        </p:txBody>
      </p:sp>
      <p:sp>
        <p:nvSpPr>
          <p:cNvPr id="9" name="Google Shape;9;p6"/>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9pPr>
          </a:lstStyle>
          <a:p>
            <a:endParaRPr/>
          </a:p>
        </p:txBody>
      </p:sp>
      <p:sp>
        <p:nvSpPr>
          <p:cNvPr id="10" name="Google Shape;10;p6"/>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68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Shape 65"/>
        <p:cNvGrpSpPr/>
        <p:nvPr/>
      </p:nvGrpSpPr>
      <p:grpSpPr>
        <a:xfrm>
          <a:off x="0" y="0"/>
          <a:ext cx="0" cy="0"/>
          <a:chOff x="0" y="0"/>
          <a:chExt cx="0" cy="0"/>
        </a:xfrm>
      </p:grpSpPr>
      <p:sp>
        <p:nvSpPr>
          <p:cNvPr id="66" name="Google Shape;66;g13346364f96_0_69"/>
          <p:cNvSpPr txBox="1"/>
          <p:nvPr/>
        </p:nvSpPr>
        <p:spPr>
          <a:xfrm>
            <a:off x="792722" y="1599508"/>
            <a:ext cx="7371944" cy="1157979"/>
          </a:xfrm>
          <a:prstGeom prst="rect">
            <a:avLst/>
          </a:prstGeom>
          <a:noFill/>
          <a:ln>
            <a:noFill/>
          </a:ln>
        </p:spPr>
        <p:txBody>
          <a:bodyPr spcFirstLastPara="1" wrap="square" lIns="91425" tIns="91425" rIns="91425" bIns="91425" anchor="t" anchorCtr="0">
            <a:spAutoFit/>
          </a:bodyPr>
          <a:lstStyle/>
          <a:p>
            <a:pPr algn="ctr">
              <a:lnSpc>
                <a:spcPct val="107000"/>
              </a:lnSpc>
              <a:spcAft>
                <a:spcPts val="400"/>
              </a:spcAft>
            </a:pPr>
            <a:r>
              <a:rPr lang="en-IN" sz="2800" b="1" dirty="0">
                <a:latin typeface="Calibri" pitchFamily="34" charset="0"/>
                <a:cs typeface="Calibri" pitchFamily="34" charset="0"/>
              </a:rPr>
              <a:t>FRAUD APP DETECTION OF GOOGLE PLAY STORE APPS USING DECISION TREE</a:t>
            </a:r>
            <a:endParaRPr lang="en-IN" sz="2800" dirty="0">
              <a:solidFill>
                <a:srgbClr val="FF0000"/>
              </a:solidFill>
              <a:effectLst/>
              <a:latin typeface="Calibri" panose="020F0502020204030204" pitchFamily="34" charset="0"/>
              <a:ea typeface="Calibri" panose="020F0502020204030204" pitchFamily="34" charset="0"/>
              <a:cs typeface="Calibri"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g13e9e326a68_0_3"/>
          <p:cNvSpPr txBox="1"/>
          <p:nvPr/>
        </p:nvSpPr>
        <p:spPr>
          <a:xfrm>
            <a:off x="1017037" y="671804"/>
            <a:ext cx="3900195" cy="4493508"/>
          </a:xfrm>
          <a:prstGeom prst="rect">
            <a:avLst/>
          </a:prstGeom>
          <a:noFill/>
          <a:ln>
            <a:noFill/>
          </a:ln>
        </p:spPr>
        <p:txBody>
          <a:bodyPr spcFirstLastPara="1" wrap="square" lIns="91425" tIns="91425" rIns="91425" bIns="91425" numCol="1" anchor="t" anchorCtr="0">
            <a:spAutoFit/>
          </a:bodyPr>
          <a:lstStyle/>
          <a:p>
            <a:pPr marL="457200" lvl="0" indent="-374650" algn="l" rtl="0">
              <a:lnSpc>
                <a:spcPct val="200000"/>
              </a:lnSpc>
              <a:spcBef>
                <a:spcPts val="0"/>
              </a:spcBef>
              <a:spcAft>
                <a:spcPts val="0"/>
              </a:spcAft>
              <a:buSzPct val="100000"/>
              <a:buFont typeface="Calibri"/>
              <a:buAutoNum type="arabicPeriod"/>
            </a:pPr>
            <a:r>
              <a:rPr lang="en" dirty="0">
                <a:latin typeface="Calibri"/>
                <a:ea typeface="Calibri"/>
                <a:cs typeface="Calibri"/>
                <a:sym typeface="Calibri"/>
              </a:rPr>
              <a:t>Abstract</a:t>
            </a:r>
          </a:p>
          <a:p>
            <a:pPr marL="457200" indent="-374650">
              <a:lnSpc>
                <a:spcPct val="200000"/>
              </a:lnSpc>
              <a:buSzPct val="100000"/>
              <a:buFont typeface="Calibri"/>
              <a:buAutoNum type="arabicPeriod"/>
            </a:pPr>
            <a:r>
              <a:rPr lang="en" dirty="0">
                <a:latin typeface="Calibri"/>
                <a:ea typeface="Calibri"/>
                <a:cs typeface="Calibri"/>
                <a:sym typeface="Calibri"/>
              </a:rPr>
              <a:t>Problem Definition</a:t>
            </a:r>
          </a:p>
          <a:p>
            <a:pPr marL="457200" indent="-374650">
              <a:lnSpc>
                <a:spcPct val="200000"/>
              </a:lnSpc>
              <a:buSzPct val="100000"/>
              <a:buFont typeface="Calibri"/>
              <a:buAutoNum type="arabicPeriod"/>
            </a:pPr>
            <a:r>
              <a:rPr lang="en" dirty="0">
                <a:latin typeface="Calibri"/>
                <a:ea typeface="Calibri"/>
                <a:cs typeface="Calibri"/>
                <a:sym typeface="Calibri"/>
              </a:rPr>
              <a:t>Introduction </a:t>
            </a:r>
            <a:endParaRPr dirty="0">
              <a:latin typeface="Calibri"/>
              <a:ea typeface="Calibri"/>
              <a:cs typeface="Calibri"/>
              <a:sym typeface="Calibri"/>
            </a:endParaRPr>
          </a:p>
          <a:p>
            <a:pPr marL="457200" lvl="0" indent="-374650" algn="l" rtl="0">
              <a:lnSpc>
                <a:spcPct val="200000"/>
              </a:lnSpc>
              <a:spcBef>
                <a:spcPts val="0"/>
              </a:spcBef>
              <a:spcAft>
                <a:spcPts val="0"/>
              </a:spcAft>
              <a:buSzPct val="100000"/>
              <a:buFont typeface="Calibri"/>
              <a:buAutoNum type="arabicPeriod"/>
            </a:pPr>
            <a:r>
              <a:rPr lang="en" dirty="0">
                <a:latin typeface="Calibri"/>
                <a:ea typeface="Calibri"/>
                <a:cs typeface="Calibri"/>
                <a:sym typeface="Calibri"/>
              </a:rPr>
              <a:t>Literature review</a:t>
            </a:r>
            <a:endParaRPr dirty="0">
              <a:latin typeface="Calibri"/>
              <a:ea typeface="Calibri"/>
              <a:cs typeface="Calibri"/>
              <a:sym typeface="Calibri"/>
            </a:endParaRPr>
          </a:p>
          <a:p>
            <a:pPr marL="457200" lvl="0" indent="-374650" algn="l" rtl="0">
              <a:lnSpc>
                <a:spcPct val="200000"/>
              </a:lnSpc>
              <a:spcBef>
                <a:spcPts val="0"/>
              </a:spcBef>
              <a:spcAft>
                <a:spcPts val="0"/>
              </a:spcAft>
              <a:buSzPct val="100000"/>
              <a:buFont typeface="Calibri"/>
              <a:buAutoNum type="arabicPeriod"/>
            </a:pPr>
            <a:r>
              <a:rPr lang="en" dirty="0">
                <a:latin typeface="Calibri"/>
                <a:ea typeface="Calibri"/>
                <a:cs typeface="Calibri"/>
                <a:sym typeface="Calibri"/>
              </a:rPr>
              <a:t>Existing System</a:t>
            </a:r>
          </a:p>
          <a:p>
            <a:pPr marL="457200" lvl="0" indent="-374650" algn="l" rtl="0">
              <a:lnSpc>
                <a:spcPct val="200000"/>
              </a:lnSpc>
              <a:spcBef>
                <a:spcPts val="0"/>
              </a:spcBef>
              <a:spcAft>
                <a:spcPts val="0"/>
              </a:spcAft>
              <a:buSzPct val="100000"/>
              <a:buFont typeface="Calibri"/>
              <a:buAutoNum type="arabicPeriod"/>
            </a:pPr>
            <a:r>
              <a:rPr lang="en" dirty="0">
                <a:latin typeface="Calibri"/>
                <a:ea typeface="Calibri"/>
                <a:cs typeface="Calibri"/>
                <a:sym typeface="Calibri"/>
              </a:rPr>
              <a:t>Limitations Of Existing System</a:t>
            </a:r>
          </a:p>
          <a:p>
            <a:pPr marL="457200" indent="-374650">
              <a:lnSpc>
                <a:spcPct val="200000"/>
              </a:lnSpc>
              <a:buSzPct val="100000"/>
              <a:buFont typeface="Calibri"/>
              <a:buAutoNum type="arabicPeriod"/>
            </a:pPr>
            <a:r>
              <a:rPr lang="en-IN" dirty="0">
                <a:latin typeface="Calibri"/>
                <a:ea typeface="Calibri"/>
                <a:cs typeface="Calibri"/>
                <a:sym typeface="Calibri"/>
              </a:rPr>
              <a:t>Aims &amp; Objectives</a:t>
            </a:r>
            <a:endParaRPr lang="en" dirty="0">
              <a:latin typeface="Calibri"/>
              <a:ea typeface="Calibri"/>
              <a:cs typeface="Calibri"/>
              <a:sym typeface="Calibri"/>
            </a:endParaRPr>
          </a:p>
          <a:p>
            <a:pPr marL="457200" lvl="0" indent="-374650" algn="l" rtl="0">
              <a:lnSpc>
                <a:spcPct val="200000"/>
              </a:lnSpc>
              <a:spcBef>
                <a:spcPts val="0"/>
              </a:spcBef>
              <a:spcAft>
                <a:spcPts val="0"/>
              </a:spcAft>
              <a:buSzPct val="100000"/>
              <a:buFont typeface="Calibri"/>
              <a:buAutoNum type="arabicPeriod"/>
            </a:pPr>
            <a:r>
              <a:rPr lang="en" dirty="0">
                <a:latin typeface="Calibri"/>
                <a:ea typeface="Calibri"/>
                <a:cs typeface="Calibri"/>
                <a:sym typeface="Calibri"/>
              </a:rPr>
              <a:t>Proposed System </a:t>
            </a:r>
            <a:endParaRPr dirty="0">
              <a:latin typeface="Calibri"/>
              <a:ea typeface="Calibri"/>
              <a:cs typeface="Calibri"/>
              <a:sym typeface="Calibri"/>
            </a:endParaRPr>
          </a:p>
          <a:p>
            <a:pPr marL="457200" lvl="0" indent="-374650" algn="l" rtl="0">
              <a:lnSpc>
                <a:spcPct val="200000"/>
              </a:lnSpc>
              <a:spcBef>
                <a:spcPts val="0"/>
              </a:spcBef>
              <a:spcAft>
                <a:spcPts val="0"/>
              </a:spcAft>
              <a:buSzPct val="100000"/>
              <a:buFont typeface="Calibri"/>
              <a:buAutoNum type="arabicPeriod"/>
            </a:pPr>
            <a:r>
              <a:rPr lang="en" dirty="0">
                <a:latin typeface="Calibri"/>
                <a:ea typeface="Calibri"/>
                <a:cs typeface="Calibri"/>
                <a:sym typeface="Calibri"/>
              </a:rPr>
              <a:t>S/W &amp; H/W Requirements</a:t>
            </a:r>
            <a:endParaRPr dirty="0">
              <a:latin typeface="Calibri"/>
              <a:ea typeface="Calibri"/>
              <a:cs typeface="Calibri"/>
              <a:sym typeface="Calibri"/>
            </a:endParaRPr>
          </a:p>
          <a:p>
            <a:pPr marL="82550" lvl="0" algn="l" rtl="0">
              <a:lnSpc>
                <a:spcPct val="200000"/>
              </a:lnSpc>
              <a:spcBef>
                <a:spcPts val="0"/>
              </a:spcBef>
              <a:spcAft>
                <a:spcPts val="0"/>
              </a:spcAft>
              <a:buSzPct val="100000"/>
            </a:pPr>
            <a:endParaRPr dirty="0">
              <a:latin typeface="Calibri"/>
              <a:ea typeface="Calibri"/>
              <a:cs typeface="Calibri"/>
              <a:sym typeface="Calibri"/>
            </a:endParaRPr>
          </a:p>
        </p:txBody>
      </p:sp>
      <p:sp>
        <p:nvSpPr>
          <p:cNvPr id="2" name="Google Shape;66;g13346364f96_0_69">
            <a:extLst>
              <a:ext uri="{FF2B5EF4-FFF2-40B4-BE49-F238E27FC236}">
                <a16:creationId xmlns:a16="http://schemas.microsoft.com/office/drawing/2014/main" id="{BD80D5D7-4A7F-5A19-1EB9-FB82EDF878F8}"/>
              </a:ext>
            </a:extLst>
          </p:cNvPr>
          <p:cNvSpPr txBox="1"/>
          <p:nvPr/>
        </p:nvSpPr>
        <p:spPr>
          <a:xfrm>
            <a:off x="886028" y="225591"/>
            <a:ext cx="7371944" cy="696955"/>
          </a:xfrm>
          <a:prstGeom prst="rect">
            <a:avLst/>
          </a:prstGeom>
          <a:noFill/>
          <a:ln>
            <a:noFill/>
          </a:ln>
        </p:spPr>
        <p:txBody>
          <a:bodyPr spcFirstLastPara="1" wrap="square" lIns="91425" tIns="91425" rIns="91425" bIns="91425" anchor="t" anchorCtr="0">
            <a:spAutoFit/>
          </a:bodyPr>
          <a:lstStyle/>
          <a:p>
            <a:pPr algn="ctr">
              <a:lnSpc>
                <a:spcPct val="107000"/>
              </a:lnSpc>
              <a:spcAft>
                <a:spcPts val="400"/>
              </a:spcAft>
            </a:pPr>
            <a:r>
              <a:rPr lang="en-IN" sz="2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Contents</a:t>
            </a:r>
            <a:endParaRPr lang="en-IN"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2" name="Google Shape;66;g13346364f96_0_69">
            <a:extLst>
              <a:ext uri="{FF2B5EF4-FFF2-40B4-BE49-F238E27FC236}">
                <a16:creationId xmlns:a16="http://schemas.microsoft.com/office/drawing/2014/main" id="{0589CFAB-5403-4C68-84D9-22CC488A7B9F}"/>
              </a:ext>
            </a:extLst>
          </p:cNvPr>
          <p:cNvSpPr txBox="1"/>
          <p:nvPr/>
        </p:nvSpPr>
        <p:spPr>
          <a:xfrm>
            <a:off x="2306250" y="274450"/>
            <a:ext cx="4531500" cy="692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300"/>
              <a:buFont typeface="Arial"/>
              <a:buNone/>
            </a:pPr>
            <a:r>
              <a:rPr lang="en" sz="3300" b="1" i="0" u="none" strike="noStrike" cap="none" dirty="0">
                <a:solidFill>
                  <a:schemeClr val="tx1"/>
                </a:solidFill>
                <a:latin typeface="Calibri"/>
                <a:ea typeface="Calibri"/>
                <a:cs typeface="Calibri"/>
                <a:sym typeface="Calibri"/>
              </a:rPr>
              <a:t>Abstract</a:t>
            </a:r>
            <a:endParaRPr sz="3300" b="1" i="0" u="none" strike="noStrike" cap="none" dirty="0">
              <a:solidFill>
                <a:schemeClr val="tx1"/>
              </a:solidFill>
              <a:latin typeface="Calibri"/>
              <a:ea typeface="Calibri"/>
              <a:cs typeface="Calibri"/>
              <a:sym typeface="Calibri"/>
            </a:endParaRPr>
          </a:p>
        </p:txBody>
      </p:sp>
      <p:sp>
        <p:nvSpPr>
          <p:cNvPr id="4" name="TextBox 3">
            <a:extLst>
              <a:ext uri="{FF2B5EF4-FFF2-40B4-BE49-F238E27FC236}">
                <a16:creationId xmlns:a16="http://schemas.microsoft.com/office/drawing/2014/main" id="{31168215-CE19-6A43-8245-DBED5AB5C427}"/>
              </a:ext>
            </a:extLst>
          </p:cNvPr>
          <p:cNvSpPr txBox="1"/>
          <p:nvPr/>
        </p:nvSpPr>
        <p:spPr>
          <a:xfrm>
            <a:off x="933061" y="1240971"/>
            <a:ext cx="7517996" cy="2321085"/>
          </a:xfrm>
          <a:prstGeom prst="rect">
            <a:avLst/>
          </a:prstGeom>
          <a:noFill/>
        </p:spPr>
        <p:txBody>
          <a:bodyPr wrap="square">
            <a:spAutoFit/>
          </a:bodyPr>
          <a:lstStyle/>
          <a:p>
            <a:pPr algn="just">
              <a:lnSpc>
                <a:spcPct val="150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Along the rise in the various mobile applications which are used in daily life, it's more necessary than ever to stay on top of things to decide which are safe and which don't. It is impossible to pass judgment. Our system is based on four parameter that include ratings, reviews, in app purchases and Contains ad to predict. </a:t>
            </a:r>
            <a:r>
              <a:rPr lang="en-US" b="0" i="0" dirty="0">
                <a:solidFill>
                  <a:srgbClr val="202124"/>
                </a:solidFill>
                <a:effectLst/>
                <a:latin typeface="Calibri" panose="020F0502020204030204" pitchFamily="34" charset="0"/>
                <a:cs typeface="Calibri" panose="020F0502020204030204" pitchFamily="34" charset="0"/>
              </a:rPr>
              <a:t>Our system compares three models Decision Tree classifier, Logistic Regression and Naïve Bayes</a:t>
            </a:r>
            <a:r>
              <a:rPr lang="en-US" b="0" i="0" dirty="0">
                <a:solidFill>
                  <a:srgbClr val="202124"/>
                </a:solidFill>
                <a:effectLst/>
                <a:latin typeface="Roboto" panose="02000000000000000000" pitchFamily="2" charset="0"/>
              </a:rPr>
              <a:t>.</a:t>
            </a:r>
            <a:r>
              <a:rPr lang="en-US" dirty="0">
                <a:latin typeface="Calibri" panose="020F0502020204030204" pitchFamily="34" charset="0"/>
                <a:ea typeface="Calibri" panose="020F0502020204030204" pitchFamily="34" charset="0"/>
                <a:cs typeface="Calibri" panose="020F0502020204030204" pitchFamily="34" charset="0"/>
              </a:rPr>
              <a:t> </a:t>
            </a:r>
            <a:r>
              <a:rPr lang="en-US" b="0" i="0" dirty="0">
                <a:solidFill>
                  <a:srgbClr val="202124"/>
                </a:solidFill>
                <a:effectLst/>
                <a:latin typeface="Calibri" panose="020F0502020204030204" pitchFamily="34" charset="0"/>
                <a:cs typeface="Calibri" panose="020F0502020204030204" pitchFamily="34" charset="0"/>
              </a:rPr>
              <a:t>These models were further analyzed on four parameters of F1 score, Recall, Precision and Accuracy</a:t>
            </a:r>
            <a:r>
              <a:rPr lang="en-US" b="0" i="0" dirty="0">
                <a:solidFill>
                  <a:srgbClr val="202124"/>
                </a:solidFill>
                <a:effectLst/>
                <a:latin typeface="Roboto" panose="02000000000000000000" pitchFamily="2" charset="0"/>
              </a:rPr>
              <a:t>.</a:t>
            </a:r>
            <a:r>
              <a:rPr lang="en-US" dirty="0">
                <a:latin typeface="Calibri" panose="020F0502020204030204" pitchFamily="34" charset="0"/>
                <a:ea typeface="Calibri" panose="020F0502020204030204" pitchFamily="34" charset="0"/>
                <a:cs typeface="Calibri" panose="020F0502020204030204" pitchFamily="34" charset="0"/>
              </a:rPr>
              <a:t>  The algorithm which gives the higher accuracy will be considered for our model.</a:t>
            </a:r>
            <a:endParaRPr lang="en-IN"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82974570"/>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2" name="Google Shape;66;g13346364f96_0_69">
            <a:extLst>
              <a:ext uri="{FF2B5EF4-FFF2-40B4-BE49-F238E27FC236}">
                <a16:creationId xmlns:a16="http://schemas.microsoft.com/office/drawing/2014/main" id="{0589CFAB-5403-4C68-84D9-22CC488A7B9F}"/>
              </a:ext>
            </a:extLst>
          </p:cNvPr>
          <p:cNvSpPr txBox="1"/>
          <p:nvPr/>
        </p:nvSpPr>
        <p:spPr>
          <a:xfrm>
            <a:off x="2306250" y="469437"/>
            <a:ext cx="4531500" cy="692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300"/>
              <a:buFont typeface="Arial"/>
              <a:buNone/>
            </a:pPr>
            <a:r>
              <a:rPr lang="en-IN" sz="3300" b="1" i="0" u="none" strike="noStrike" cap="none" dirty="0">
                <a:solidFill>
                  <a:schemeClr val="tx1"/>
                </a:solidFill>
                <a:latin typeface="Calibri"/>
                <a:ea typeface="Calibri"/>
                <a:cs typeface="Calibri"/>
                <a:sym typeface="Calibri"/>
              </a:rPr>
              <a:t>Problem Statement</a:t>
            </a:r>
          </a:p>
        </p:txBody>
      </p:sp>
      <p:sp>
        <p:nvSpPr>
          <p:cNvPr id="5" name="TextBox 4">
            <a:extLst>
              <a:ext uri="{FF2B5EF4-FFF2-40B4-BE49-F238E27FC236}">
                <a16:creationId xmlns:a16="http://schemas.microsoft.com/office/drawing/2014/main" id="{F087567A-9B79-D593-8E30-C5A288527C04}"/>
              </a:ext>
            </a:extLst>
          </p:cNvPr>
          <p:cNvSpPr txBox="1"/>
          <p:nvPr/>
        </p:nvSpPr>
        <p:spPr>
          <a:xfrm>
            <a:off x="760809" y="1365414"/>
            <a:ext cx="7654530" cy="1171731"/>
          </a:xfrm>
          <a:prstGeom prst="rect">
            <a:avLst/>
          </a:prstGeom>
          <a:noFill/>
        </p:spPr>
        <p:txBody>
          <a:bodyPr wrap="square">
            <a:spAutoFit/>
          </a:bodyPr>
          <a:lstStyle/>
          <a:p>
            <a:pPr algn="just">
              <a:lnSpc>
                <a:spcPct val="150000"/>
              </a:lnSpc>
              <a:spcAft>
                <a:spcPts val="800"/>
              </a:spcAft>
            </a:pPr>
            <a:r>
              <a:rPr lang="en-IN" sz="1200" dirty="0">
                <a:latin typeface="Calibri" pitchFamily="34" charset="0"/>
                <a:cs typeface="Calibri" pitchFamily="34" charset="0"/>
              </a:rPr>
              <a:t>Mobile phones are such a common requirement, it is critical that suspicious program be designated as fraud so that play store users may uniquely identify them. It will be impossible for the user to tell if the remarks or ratings that they scroll over are a scam or genuine for their advantage. By offering a comprehensive perspective of ranking fraud detection system, we propose a system that would identify such fake applications on the Play or App store.</a:t>
            </a:r>
            <a:endParaRPr lang="en-IN" sz="1200"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44027138"/>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2" name="Google Shape;66;g13346364f96_0_69">
            <a:extLst>
              <a:ext uri="{FF2B5EF4-FFF2-40B4-BE49-F238E27FC236}">
                <a16:creationId xmlns:a16="http://schemas.microsoft.com/office/drawing/2014/main" id="{0589CFAB-5403-4C68-84D9-22CC488A7B9F}"/>
              </a:ext>
            </a:extLst>
          </p:cNvPr>
          <p:cNvSpPr txBox="1"/>
          <p:nvPr/>
        </p:nvSpPr>
        <p:spPr>
          <a:xfrm>
            <a:off x="2306250" y="296983"/>
            <a:ext cx="4531500" cy="692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300"/>
              <a:buFont typeface="Arial"/>
              <a:buNone/>
            </a:pPr>
            <a:r>
              <a:rPr lang="en-IN" sz="3300" b="1" i="0" u="none" strike="noStrike" cap="none" dirty="0">
                <a:solidFill>
                  <a:schemeClr val="tx1"/>
                </a:solidFill>
                <a:latin typeface="Calibri"/>
                <a:ea typeface="Calibri"/>
                <a:cs typeface="Calibri"/>
                <a:sym typeface="Calibri"/>
              </a:rPr>
              <a:t>Introduction</a:t>
            </a:r>
          </a:p>
        </p:txBody>
      </p:sp>
      <p:sp>
        <p:nvSpPr>
          <p:cNvPr id="5" name="TextBox 4">
            <a:extLst>
              <a:ext uri="{FF2B5EF4-FFF2-40B4-BE49-F238E27FC236}">
                <a16:creationId xmlns:a16="http://schemas.microsoft.com/office/drawing/2014/main" id="{F087567A-9B79-D593-8E30-C5A288527C04}"/>
              </a:ext>
            </a:extLst>
          </p:cNvPr>
          <p:cNvSpPr txBox="1"/>
          <p:nvPr/>
        </p:nvSpPr>
        <p:spPr>
          <a:xfrm>
            <a:off x="653143" y="989682"/>
            <a:ext cx="8117633" cy="2862322"/>
          </a:xfrm>
          <a:prstGeom prst="rect">
            <a:avLst/>
          </a:prstGeom>
          <a:noFill/>
        </p:spPr>
        <p:txBody>
          <a:bodyPr wrap="square">
            <a:spAutoFit/>
          </a:bodyPr>
          <a:lstStyle/>
          <a:p>
            <a:pPr algn="just">
              <a:lnSpc>
                <a:spcPct val="150000"/>
              </a:lnSpc>
              <a:spcAft>
                <a:spcPts val="800"/>
              </a:spcAft>
            </a:pPr>
            <a:r>
              <a:rPr lang="en-US" sz="1200" dirty="0">
                <a:latin typeface="Calibri" panose="020F0502020204030204" pitchFamily="34" charset="0"/>
                <a:ea typeface="Calibri" panose="020F0502020204030204" pitchFamily="34" charset="0"/>
                <a:cs typeface="Calibri" panose="020F0502020204030204" pitchFamily="34" charset="0"/>
              </a:rPr>
              <a:t>The use of mobile phones has increased as technology advances. The development of different play store apps on various major platforms, like popular Android and </a:t>
            </a:r>
            <a:r>
              <a:rPr lang="en-US" sz="1200" dirty="0" err="1">
                <a:latin typeface="Calibri" panose="020F0502020204030204" pitchFamily="34" charset="0"/>
                <a:ea typeface="Calibri" panose="020F0502020204030204" pitchFamily="34" charset="0"/>
                <a:cs typeface="Calibri" panose="020F0502020204030204" pitchFamily="34" charset="0"/>
              </a:rPr>
              <a:t>iOS</a:t>
            </a:r>
            <a:r>
              <a:rPr lang="en-US" sz="1200" dirty="0">
                <a:latin typeface="Calibri" panose="020F0502020204030204" pitchFamily="34" charset="0"/>
                <a:ea typeface="Calibri" panose="020F0502020204030204" pitchFamily="34" charset="0"/>
                <a:cs typeface="Calibri" panose="020F0502020204030204" pitchFamily="34" charset="0"/>
              </a:rPr>
              <a:t>, has exploded. It has become a major problem in the business intelligence area due to its rapid daily expansion through its daily use, marketing, and development. Companies and software developers are in intense competition with each other to prove their product quality and invest a lot of time and effort in hiring clients to maintain their future success. As a general practice, instead of relying on traditional marketing strategies, under the trees App developers have the ability to majorly support their apps, and ultimately, manage the rank in the App Store. Occasionally, for the benefit of the developers, they will hire groups of people who will collectively commit fraud and offer spamming comments and ratings on an application. Crowd turfing is the word for this type of behavior. As a result, it is critical to ensure that consumers are presented with accurate and authentic feedback prior to installing an app in order to minimize errors. In order to overcome and analyze the many comments and ratings that are supplied for each application, an automated method is required.</a:t>
            </a:r>
            <a:endParaRPr lang="en-IN" sz="1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564097"/>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7160" y="1110343"/>
            <a:ext cx="7436497" cy="2308324"/>
          </a:xfrm>
          <a:prstGeom prst="rect">
            <a:avLst/>
          </a:prstGeom>
          <a:noFill/>
        </p:spPr>
        <p:txBody>
          <a:bodyPr wrap="square" rtlCol="0">
            <a:spAutoFit/>
          </a:bodyPr>
          <a:lstStyle/>
          <a:p>
            <a:pPr algn="just">
              <a:lnSpc>
                <a:spcPct val="150000"/>
              </a:lnSpc>
            </a:pPr>
            <a:r>
              <a:rPr lang="en-US" sz="1200" dirty="0">
                <a:latin typeface="Calibri" pitchFamily="34" charset="0"/>
                <a:cs typeface="Calibri" pitchFamily="34" charset="0"/>
              </a:rPr>
              <a:t>Because mobile phones are such a common requirement, it is critical that suspicious program be designated as fraud so that play store users may uniquely identify them. It will be impossible for the user to tell if the remarks or ratings that they scroll over are a scam or genuine for their advantage. By offering a comprehensive perspective of ranking fraud detection system, we propose a system that would identify such fake applications on the Play or App store. We can acquire the probability of determining whether an app is fake or not, therefore we present a system that uses four features that are in app purchases, Contains Ad, ratings and reviews to determine the probability of an app whether it's scamming its consumers or not. We start the system by considering these four features that are the most crucial in determining the target.</a:t>
            </a:r>
          </a:p>
        </p:txBody>
      </p:sp>
    </p:spTree>
    <p:extLst>
      <p:ext uri="{BB962C8B-B14F-4D97-AF65-F5344CB8AC3E}">
        <p14:creationId xmlns:p14="http://schemas.microsoft.com/office/powerpoint/2010/main" val="2497467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66;g13346364f96_0_69">
            <a:extLst>
              <a:ext uri="{FF2B5EF4-FFF2-40B4-BE49-F238E27FC236}">
                <a16:creationId xmlns:a16="http://schemas.microsoft.com/office/drawing/2014/main" id="{41362E3A-82F0-5B89-0C49-54F0C33E4682}"/>
              </a:ext>
            </a:extLst>
          </p:cNvPr>
          <p:cNvSpPr txBox="1"/>
          <p:nvPr/>
        </p:nvSpPr>
        <p:spPr>
          <a:xfrm>
            <a:off x="2306250" y="376569"/>
            <a:ext cx="4531500" cy="692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300"/>
              <a:buFont typeface="Arial"/>
              <a:buNone/>
            </a:pPr>
            <a:r>
              <a:rPr lang="en" sz="3300" b="1" i="0" u="none" strike="noStrike" cap="none" dirty="0">
                <a:solidFill>
                  <a:schemeClr val="tx1">
                    <a:lumMod val="95000"/>
                    <a:lumOff val="5000"/>
                  </a:schemeClr>
                </a:solidFill>
                <a:latin typeface="Calibri"/>
                <a:ea typeface="Calibri"/>
                <a:cs typeface="Calibri"/>
                <a:sym typeface="Calibri"/>
              </a:rPr>
              <a:t>Literature Review</a:t>
            </a:r>
            <a:endParaRPr sz="3300" b="1" i="0" u="none" strike="noStrike" cap="none" dirty="0">
              <a:solidFill>
                <a:schemeClr val="tx1">
                  <a:lumMod val="95000"/>
                  <a:lumOff val="5000"/>
                </a:schemeClr>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06D69A1E-889F-847C-2B21-751E3AB05F6D}"/>
              </a:ext>
            </a:extLst>
          </p:cNvPr>
          <p:cNvGraphicFramePr>
            <a:graphicFrameLocks noGrp="1"/>
          </p:cNvGraphicFramePr>
          <p:nvPr>
            <p:extLst>
              <p:ext uri="{D42A27DB-BD31-4B8C-83A1-F6EECF244321}">
                <p14:modId xmlns:p14="http://schemas.microsoft.com/office/powerpoint/2010/main" val="1758014657"/>
              </p:ext>
            </p:extLst>
          </p:nvPr>
        </p:nvGraphicFramePr>
        <p:xfrm>
          <a:off x="788190" y="1545054"/>
          <a:ext cx="7419110" cy="492760"/>
        </p:xfrm>
        <a:graphic>
          <a:graphicData uri="http://schemas.openxmlformats.org/drawingml/2006/table">
            <a:tbl>
              <a:tblPr>
                <a:noFill/>
              </a:tblPr>
              <a:tblGrid>
                <a:gridCol w="453549">
                  <a:extLst>
                    <a:ext uri="{9D8B030D-6E8A-4147-A177-3AD203B41FA5}">
                      <a16:colId xmlns:a16="http://schemas.microsoft.com/office/drawing/2014/main" val="2256062539"/>
                    </a:ext>
                  </a:extLst>
                </a:gridCol>
                <a:gridCol w="1018541">
                  <a:extLst>
                    <a:ext uri="{9D8B030D-6E8A-4147-A177-3AD203B41FA5}">
                      <a16:colId xmlns:a16="http://schemas.microsoft.com/office/drawing/2014/main" val="1096938215"/>
                    </a:ext>
                  </a:extLst>
                </a:gridCol>
                <a:gridCol w="834744">
                  <a:extLst>
                    <a:ext uri="{9D8B030D-6E8A-4147-A177-3AD203B41FA5}">
                      <a16:colId xmlns:a16="http://schemas.microsoft.com/office/drawing/2014/main" val="4035451415"/>
                    </a:ext>
                  </a:extLst>
                </a:gridCol>
                <a:gridCol w="834744">
                  <a:extLst>
                    <a:ext uri="{9D8B030D-6E8A-4147-A177-3AD203B41FA5}">
                      <a16:colId xmlns:a16="http://schemas.microsoft.com/office/drawing/2014/main" val="1730557759"/>
                    </a:ext>
                  </a:extLst>
                </a:gridCol>
                <a:gridCol w="696897">
                  <a:extLst>
                    <a:ext uri="{9D8B030D-6E8A-4147-A177-3AD203B41FA5}">
                      <a16:colId xmlns:a16="http://schemas.microsoft.com/office/drawing/2014/main" val="3343621124"/>
                    </a:ext>
                  </a:extLst>
                </a:gridCol>
                <a:gridCol w="1761388">
                  <a:extLst>
                    <a:ext uri="{9D8B030D-6E8A-4147-A177-3AD203B41FA5}">
                      <a16:colId xmlns:a16="http://schemas.microsoft.com/office/drawing/2014/main" val="2965835178"/>
                    </a:ext>
                  </a:extLst>
                </a:gridCol>
                <a:gridCol w="1819247">
                  <a:extLst>
                    <a:ext uri="{9D8B030D-6E8A-4147-A177-3AD203B41FA5}">
                      <a16:colId xmlns:a16="http://schemas.microsoft.com/office/drawing/2014/main" val="252340040"/>
                    </a:ext>
                  </a:extLst>
                </a:gridCol>
              </a:tblGrid>
              <a:tr h="412000">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Sno</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Title</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Author</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Methodology Used</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Data Sets</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Advantages of Existing system </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Existing system gaps/Limitations</a:t>
                      </a:r>
                      <a:endParaRPr sz="1200" b="1" dirty="0">
                        <a:latin typeface="Calibri" panose="020F0502020204030204" pitchFamily="34" charset="0"/>
                        <a:cs typeface="Calibri" panose="020F0502020204030204" pitchFamily="34" charset="0"/>
                      </a:endParaRPr>
                    </a:p>
                  </a:txBody>
                  <a:tcPr marL="63500" marR="63500" marT="63500" marB="63500"/>
                </a:tc>
                <a:extLst>
                  <a:ext uri="{0D108BD9-81ED-4DB2-BD59-A6C34878D82A}">
                    <a16:rowId xmlns:a16="http://schemas.microsoft.com/office/drawing/2014/main" val="1073415735"/>
                  </a:ext>
                </a:extLst>
              </a:tr>
            </a:tbl>
          </a:graphicData>
        </a:graphic>
      </p:graphicFrame>
      <p:graphicFrame>
        <p:nvGraphicFramePr>
          <p:cNvPr id="4" name="Table 3">
            <a:extLst>
              <a:ext uri="{FF2B5EF4-FFF2-40B4-BE49-F238E27FC236}">
                <a16:creationId xmlns:a16="http://schemas.microsoft.com/office/drawing/2014/main" id="{7F3222E7-8545-CCEF-A743-F22955AA578F}"/>
              </a:ext>
            </a:extLst>
          </p:cNvPr>
          <p:cNvGraphicFramePr>
            <a:graphicFrameLocks noGrp="1"/>
          </p:cNvGraphicFramePr>
          <p:nvPr>
            <p:extLst>
              <p:ext uri="{D42A27DB-BD31-4B8C-83A1-F6EECF244321}">
                <p14:modId xmlns:p14="http://schemas.microsoft.com/office/powerpoint/2010/main" val="2084538815"/>
              </p:ext>
            </p:extLst>
          </p:nvPr>
        </p:nvGraphicFramePr>
        <p:xfrm>
          <a:off x="788190" y="2037814"/>
          <a:ext cx="7419110" cy="1894849"/>
        </p:xfrm>
        <a:graphic>
          <a:graphicData uri="http://schemas.openxmlformats.org/drawingml/2006/table">
            <a:tbl>
              <a:tblPr firstRow="1" bandRow="1"/>
              <a:tblGrid>
                <a:gridCol w="453550">
                  <a:extLst>
                    <a:ext uri="{9D8B030D-6E8A-4147-A177-3AD203B41FA5}">
                      <a16:colId xmlns:a16="http://schemas.microsoft.com/office/drawing/2014/main" val="2222632068"/>
                    </a:ext>
                  </a:extLst>
                </a:gridCol>
                <a:gridCol w="1018541">
                  <a:extLst>
                    <a:ext uri="{9D8B030D-6E8A-4147-A177-3AD203B41FA5}">
                      <a16:colId xmlns:a16="http://schemas.microsoft.com/office/drawing/2014/main" val="2648667708"/>
                    </a:ext>
                  </a:extLst>
                </a:gridCol>
                <a:gridCol w="834745">
                  <a:extLst>
                    <a:ext uri="{9D8B030D-6E8A-4147-A177-3AD203B41FA5}">
                      <a16:colId xmlns:a16="http://schemas.microsoft.com/office/drawing/2014/main" val="2658412511"/>
                    </a:ext>
                  </a:extLst>
                </a:gridCol>
                <a:gridCol w="834746">
                  <a:extLst>
                    <a:ext uri="{9D8B030D-6E8A-4147-A177-3AD203B41FA5}">
                      <a16:colId xmlns:a16="http://schemas.microsoft.com/office/drawing/2014/main" val="2378659352"/>
                    </a:ext>
                  </a:extLst>
                </a:gridCol>
                <a:gridCol w="696893">
                  <a:extLst>
                    <a:ext uri="{9D8B030D-6E8A-4147-A177-3AD203B41FA5}">
                      <a16:colId xmlns:a16="http://schemas.microsoft.com/office/drawing/2014/main" val="692602088"/>
                    </a:ext>
                  </a:extLst>
                </a:gridCol>
                <a:gridCol w="1761389">
                  <a:extLst>
                    <a:ext uri="{9D8B030D-6E8A-4147-A177-3AD203B41FA5}">
                      <a16:colId xmlns:a16="http://schemas.microsoft.com/office/drawing/2014/main" val="2120066694"/>
                    </a:ext>
                  </a:extLst>
                </a:gridCol>
                <a:gridCol w="1819246">
                  <a:extLst>
                    <a:ext uri="{9D8B030D-6E8A-4147-A177-3AD203B41FA5}">
                      <a16:colId xmlns:a16="http://schemas.microsoft.com/office/drawing/2014/main" val="2122761900"/>
                    </a:ext>
                  </a:extLst>
                </a:gridCol>
              </a:tblGrid>
              <a:tr h="1894849">
                <a:tc>
                  <a:txBody>
                    <a:bodyPr/>
                    <a:lstStyle/>
                    <a:p>
                      <a:r>
                        <a:rPr lang="en-IN" sz="1400" b="0" i="0" dirty="0">
                          <a:latin typeface="Times New Roman" panose="02020603050405020304" pitchFamily="18" charset="0"/>
                          <a:cs typeface="Times New Roman" panose="02020603050405020304" pitchFamily="18" charset="0"/>
                        </a:rPr>
                        <a:t>1</a:t>
                      </a:r>
                    </a:p>
                  </a:txBody>
                  <a:tcPr/>
                </a:tc>
                <a:tc>
                  <a:txBody>
                    <a:bodyPr/>
                    <a:lstStyle/>
                    <a:p>
                      <a:r>
                        <a:rPr lang="en-US"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Detection of Fraud Apps using Sentiment Analysis</a:t>
                      </a:r>
                      <a:endParaRPr lang="en-IN" sz="1200" dirty="0">
                        <a:effectLst/>
                        <a:latin typeface="Calibri" panose="020F0502020204030204" pitchFamily="34" charset="0"/>
                        <a:cs typeface="Calibri" panose="020F0502020204030204" pitchFamily="34" charset="0"/>
                      </a:endParaRPr>
                    </a:p>
                  </a:txBody>
                  <a:tcPr/>
                </a:tc>
                <a:tc>
                  <a:txBody>
                    <a:bodyPr/>
                    <a:lstStyle/>
                    <a:p>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Gauri Rao, Shashank Bajaj, Nikhil Nigam, Priya Vandana, Srishti Singh</a:t>
                      </a:r>
                      <a:endParaRPr lang="en-IN" sz="1200" b="0" dirty="0">
                        <a:effectLst/>
                        <a:latin typeface="Calibri" panose="020F0502020204030204" pitchFamily="34" charset="0"/>
                        <a:cs typeface="Calibri" panose="020F0502020204030204" pitchFamily="34" charset="0"/>
                      </a:endParaRPr>
                    </a:p>
                  </a:txBody>
                  <a:tcPr/>
                </a:tc>
                <a:tc>
                  <a:txBody>
                    <a:bodyPr/>
                    <a:lstStyle/>
                    <a:p>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weight based aggregation method</a:t>
                      </a:r>
                      <a:endParaRPr lang="en-IN" sz="1200" dirty="0">
                        <a:effectLst/>
                        <a:latin typeface="Calibri" panose="020F0502020204030204" pitchFamily="34" charset="0"/>
                        <a:cs typeface="Calibri" panose="020F0502020204030204" pitchFamily="34" charset="0"/>
                      </a:endParaRPr>
                    </a:p>
                  </a:txBody>
                  <a:tcPr/>
                </a:tc>
                <a:tc>
                  <a:txBody>
                    <a:bodyPr/>
                    <a:lstStyle/>
                    <a:p>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RT dataset</a:t>
                      </a:r>
                      <a:endParaRPr lang="en-IN" sz="1200" dirty="0">
                        <a:effectLst/>
                        <a:latin typeface="Calibri" panose="020F0502020204030204" pitchFamily="34" charset="0"/>
                        <a:cs typeface="Calibri" panose="020F0502020204030204" pitchFamily="34" charset="0"/>
                      </a:endParaRPr>
                    </a:p>
                  </a:txBody>
                  <a:tcPr/>
                </a:tc>
                <a:tc>
                  <a:txBody>
                    <a:bodyPr/>
                    <a:lstStyle/>
                    <a:p>
                      <a:pPr marL="0" indent="0">
                        <a:buFont typeface="Arial" panose="020B0604020202020204" pitchFamily="34" charset="0"/>
                        <a:buNone/>
                      </a:pPr>
                      <a:r>
                        <a:rPr lang="en-IN" sz="1200" b="0" i="0" dirty="0">
                          <a:latin typeface="Calibri" panose="020F0502020204030204" pitchFamily="34" charset="0"/>
                          <a:cs typeface="Calibri" panose="020F0502020204030204" pitchFamily="34" charset="0"/>
                        </a:rPr>
                        <a:t>The weight based aggregation methods is faster and easily accessible.</a:t>
                      </a:r>
                    </a:p>
                  </a:txBody>
                  <a:tcPr/>
                </a:tc>
                <a:tc>
                  <a:txBody>
                    <a:bodyPr/>
                    <a:lstStyle/>
                    <a:p>
                      <a:pPr marL="0" indent="0">
                        <a:buFont typeface="Arial" panose="020B0604020202020204" pitchFamily="34" charset="0"/>
                        <a:buNone/>
                      </a:pPr>
                      <a:r>
                        <a:rPr lang="en-US"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It does not have the concept of neutrality which makes the system biased</a:t>
                      </a:r>
                      <a:endParaRPr lang="en-IN" sz="1200" dirty="0">
                        <a:effectLst/>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985031687"/>
                  </a:ext>
                </a:extLst>
              </a:tr>
            </a:tbl>
          </a:graphicData>
        </a:graphic>
      </p:graphicFrame>
    </p:spTree>
    <p:extLst>
      <p:ext uri="{BB962C8B-B14F-4D97-AF65-F5344CB8AC3E}">
        <p14:creationId xmlns:p14="http://schemas.microsoft.com/office/powerpoint/2010/main" val="370849828"/>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26E2871-7396-7878-22C5-C7BF02DA264B}"/>
              </a:ext>
            </a:extLst>
          </p:cNvPr>
          <p:cNvGraphicFramePr>
            <a:graphicFrameLocks noGrp="1"/>
          </p:cNvGraphicFramePr>
          <p:nvPr>
            <p:extLst>
              <p:ext uri="{D42A27DB-BD31-4B8C-83A1-F6EECF244321}">
                <p14:modId xmlns:p14="http://schemas.microsoft.com/office/powerpoint/2010/main" val="3447839187"/>
              </p:ext>
            </p:extLst>
          </p:nvPr>
        </p:nvGraphicFramePr>
        <p:xfrm>
          <a:off x="810492" y="1433541"/>
          <a:ext cx="7419110" cy="492760"/>
        </p:xfrm>
        <a:graphic>
          <a:graphicData uri="http://schemas.openxmlformats.org/drawingml/2006/table">
            <a:tbl>
              <a:tblPr>
                <a:noFill/>
              </a:tblPr>
              <a:tblGrid>
                <a:gridCol w="453549">
                  <a:extLst>
                    <a:ext uri="{9D8B030D-6E8A-4147-A177-3AD203B41FA5}">
                      <a16:colId xmlns:a16="http://schemas.microsoft.com/office/drawing/2014/main" val="2256062539"/>
                    </a:ext>
                  </a:extLst>
                </a:gridCol>
                <a:gridCol w="1018541">
                  <a:extLst>
                    <a:ext uri="{9D8B030D-6E8A-4147-A177-3AD203B41FA5}">
                      <a16:colId xmlns:a16="http://schemas.microsoft.com/office/drawing/2014/main" val="1096938215"/>
                    </a:ext>
                  </a:extLst>
                </a:gridCol>
                <a:gridCol w="834744">
                  <a:extLst>
                    <a:ext uri="{9D8B030D-6E8A-4147-A177-3AD203B41FA5}">
                      <a16:colId xmlns:a16="http://schemas.microsoft.com/office/drawing/2014/main" val="4035451415"/>
                    </a:ext>
                  </a:extLst>
                </a:gridCol>
                <a:gridCol w="834744">
                  <a:extLst>
                    <a:ext uri="{9D8B030D-6E8A-4147-A177-3AD203B41FA5}">
                      <a16:colId xmlns:a16="http://schemas.microsoft.com/office/drawing/2014/main" val="1730557759"/>
                    </a:ext>
                  </a:extLst>
                </a:gridCol>
                <a:gridCol w="696897">
                  <a:extLst>
                    <a:ext uri="{9D8B030D-6E8A-4147-A177-3AD203B41FA5}">
                      <a16:colId xmlns:a16="http://schemas.microsoft.com/office/drawing/2014/main" val="3343621124"/>
                    </a:ext>
                  </a:extLst>
                </a:gridCol>
                <a:gridCol w="1761388">
                  <a:extLst>
                    <a:ext uri="{9D8B030D-6E8A-4147-A177-3AD203B41FA5}">
                      <a16:colId xmlns:a16="http://schemas.microsoft.com/office/drawing/2014/main" val="2965835178"/>
                    </a:ext>
                  </a:extLst>
                </a:gridCol>
                <a:gridCol w="1819247">
                  <a:extLst>
                    <a:ext uri="{9D8B030D-6E8A-4147-A177-3AD203B41FA5}">
                      <a16:colId xmlns:a16="http://schemas.microsoft.com/office/drawing/2014/main" val="252340040"/>
                    </a:ext>
                  </a:extLst>
                </a:gridCol>
              </a:tblGrid>
              <a:tr h="412000">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Sno</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Title</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Author</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Methodology Used</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Data Sets</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Advantages of Existing system </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Existing system gaps/Limitations</a:t>
                      </a:r>
                      <a:endParaRPr sz="1200" b="1" dirty="0">
                        <a:latin typeface="Calibri" panose="020F0502020204030204" pitchFamily="34" charset="0"/>
                        <a:cs typeface="Calibri" panose="020F0502020204030204" pitchFamily="34" charset="0"/>
                      </a:endParaRPr>
                    </a:p>
                  </a:txBody>
                  <a:tcPr marL="63500" marR="63500" marT="63500" marB="63500"/>
                </a:tc>
                <a:extLst>
                  <a:ext uri="{0D108BD9-81ED-4DB2-BD59-A6C34878D82A}">
                    <a16:rowId xmlns:a16="http://schemas.microsoft.com/office/drawing/2014/main" val="1073415735"/>
                  </a:ext>
                </a:extLst>
              </a:tr>
            </a:tbl>
          </a:graphicData>
        </a:graphic>
      </p:graphicFrame>
      <p:graphicFrame>
        <p:nvGraphicFramePr>
          <p:cNvPr id="3" name="Table 2">
            <a:extLst>
              <a:ext uri="{FF2B5EF4-FFF2-40B4-BE49-F238E27FC236}">
                <a16:creationId xmlns:a16="http://schemas.microsoft.com/office/drawing/2014/main" id="{37D57022-1551-A3EA-EE98-DA489ED649CA}"/>
              </a:ext>
            </a:extLst>
          </p:cNvPr>
          <p:cNvGraphicFramePr>
            <a:graphicFrameLocks noGrp="1"/>
          </p:cNvGraphicFramePr>
          <p:nvPr>
            <p:extLst>
              <p:ext uri="{D42A27DB-BD31-4B8C-83A1-F6EECF244321}">
                <p14:modId xmlns:p14="http://schemas.microsoft.com/office/powerpoint/2010/main" val="924606818"/>
              </p:ext>
            </p:extLst>
          </p:nvPr>
        </p:nvGraphicFramePr>
        <p:xfrm>
          <a:off x="810492" y="1926303"/>
          <a:ext cx="7419111" cy="1931391"/>
        </p:xfrm>
        <a:graphic>
          <a:graphicData uri="http://schemas.openxmlformats.org/drawingml/2006/table">
            <a:tbl>
              <a:tblPr firstRow="1" bandRow="1"/>
              <a:tblGrid>
                <a:gridCol w="453550">
                  <a:extLst>
                    <a:ext uri="{9D8B030D-6E8A-4147-A177-3AD203B41FA5}">
                      <a16:colId xmlns:a16="http://schemas.microsoft.com/office/drawing/2014/main" val="2222632068"/>
                    </a:ext>
                  </a:extLst>
                </a:gridCol>
                <a:gridCol w="1018540">
                  <a:extLst>
                    <a:ext uri="{9D8B030D-6E8A-4147-A177-3AD203B41FA5}">
                      <a16:colId xmlns:a16="http://schemas.microsoft.com/office/drawing/2014/main" val="2648667708"/>
                    </a:ext>
                  </a:extLst>
                </a:gridCol>
                <a:gridCol w="834745">
                  <a:extLst>
                    <a:ext uri="{9D8B030D-6E8A-4147-A177-3AD203B41FA5}">
                      <a16:colId xmlns:a16="http://schemas.microsoft.com/office/drawing/2014/main" val="2658412511"/>
                    </a:ext>
                  </a:extLst>
                </a:gridCol>
                <a:gridCol w="834746">
                  <a:extLst>
                    <a:ext uri="{9D8B030D-6E8A-4147-A177-3AD203B41FA5}">
                      <a16:colId xmlns:a16="http://schemas.microsoft.com/office/drawing/2014/main" val="2378659352"/>
                    </a:ext>
                  </a:extLst>
                </a:gridCol>
                <a:gridCol w="696893">
                  <a:extLst>
                    <a:ext uri="{9D8B030D-6E8A-4147-A177-3AD203B41FA5}">
                      <a16:colId xmlns:a16="http://schemas.microsoft.com/office/drawing/2014/main" val="692602088"/>
                    </a:ext>
                  </a:extLst>
                </a:gridCol>
                <a:gridCol w="1761390">
                  <a:extLst>
                    <a:ext uri="{9D8B030D-6E8A-4147-A177-3AD203B41FA5}">
                      <a16:colId xmlns:a16="http://schemas.microsoft.com/office/drawing/2014/main" val="2120066694"/>
                    </a:ext>
                  </a:extLst>
                </a:gridCol>
                <a:gridCol w="1819247">
                  <a:extLst>
                    <a:ext uri="{9D8B030D-6E8A-4147-A177-3AD203B41FA5}">
                      <a16:colId xmlns:a16="http://schemas.microsoft.com/office/drawing/2014/main" val="2122761900"/>
                    </a:ext>
                  </a:extLst>
                </a:gridCol>
              </a:tblGrid>
              <a:tr h="1931391">
                <a:tc>
                  <a:txBody>
                    <a:bodyPr/>
                    <a:lstStyle/>
                    <a:p>
                      <a:r>
                        <a:rPr lang="en-IN" sz="1200" b="0" i="0" dirty="0">
                          <a:latin typeface="Times New Roman" panose="02020603050405020304" pitchFamily="18" charset="0"/>
                          <a:cs typeface="Times New Roman" panose="02020603050405020304" pitchFamily="18" charset="0"/>
                        </a:rPr>
                        <a:t>2</a:t>
                      </a:r>
                    </a:p>
                  </a:txBody>
                  <a:tcPr/>
                </a:tc>
                <a:tc>
                  <a:txBody>
                    <a:bodyPr/>
                    <a:lstStyle/>
                    <a:p>
                      <a:r>
                        <a:rPr lang="en-IN" sz="1200" dirty="0">
                          <a:effectLst/>
                          <a:latin typeface="Calibri" panose="020F0502020204030204" pitchFamily="34" charset="0"/>
                          <a:cs typeface="Calibri" panose="020F0502020204030204" pitchFamily="34" charset="0"/>
                        </a:rPr>
                        <a:t>Ranking Fraud Detection for Mobile Application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dirty="0">
                          <a:effectLst/>
                          <a:latin typeface="Calibri" panose="020F0502020204030204" pitchFamily="34" charset="0"/>
                          <a:cs typeface="Calibri" panose="020F0502020204030204" pitchFamily="34" charset="0"/>
                        </a:rPr>
                        <a:t>A </a:t>
                      </a:r>
                      <a:r>
                        <a:rPr lang="en-IN" sz="1200" b="0" dirty="0" err="1">
                          <a:effectLst/>
                          <a:latin typeface="Calibri" panose="020F0502020204030204" pitchFamily="34" charset="0"/>
                          <a:cs typeface="Calibri" panose="020F0502020204030204" pitchFamily="34" charset="0"/>
                        </a:rPr>
                        <a:t>Nikhila</a:t>
                      </a:r>
                      <a:r>
                        <a:rPr lang="en-IN" sz="1200" b="0" dirty="0">
                          <a:effectLst/>
                          <a:latin typeface="Calibri" panose="020F0502020204030204" pitchFamily="34" charset="0"/>
                          <a:cs typeface="Calibri" panose="020F0502020204030204" pitchFamily="34" charset="0"/>
                        </a:rPr>
                        <a:t>, </a:t>
                      </a:r>
                      <a:r>
                        <a:rPr lang="en-IN" sz="1200" b="0" dirty="0" err="1">
                          <a:effectLst/>
                          <a:latin typeface="Calibri" panose="020F0502020204030204" pitchFamily="34" charset="0"/>
                          <a:cs typeface="Calibri" panose="020F0502020204030204" pitchFamily="34" charset="0"/>
                        </a:rPr>
                        <a:t>Deepashree</a:t>
                      </a:r>
                      <a:r>
                        <a:rPr lang="en-IN" sz="1200" b="0" dirty="0">
                          <a:effectLst/>
                          <a:latin typeface="Calibri" panose="020F0502020204030204" pitchFamily="34" charset="0"/>
                          <a:cs typeface="Calibri" panose="020F0502020204030204" pitchFamily="34" charset="0"/>
                        </a:rPr>
                        <a:t> , Jayanthi R, Jalaja </a:t>
                      </a:r>
                    </a:p>
                  </a:txBody>
                  <a:tcPr/>
                </a:tc>
                <a:tc>
                  <a:txBody>
                    <a:bodyPr/>
                    <a:lstStyle/>
                    <a:p>
                      <a:r>
                        <a:rPr lang="en-IN" sz="1200" dirty="0">
                          <a:effectLst/>
                          <a:latin typeface="Calibri" panose="020F0502020204030204" pitchFamily="34" charset="0"/>
                          <a:cs typeface="Calibri" panose="020F0502020204030204" pitchFamily="34" charset="0"/>
                        </a:rPr>
                        <a:t>Evidence aggregation method</a:t>
                      </a:r>
                    </a:p>
                  </a:txBody>
                  <a:tcPr/>
                </a:tc>
                <a:tc>
                  <a:txBody>
                    <a:bodyPr/>
                    <a:lstStyle/>
                    <a:p>
                      <a:r>
                        <a:rPr lang="en-IN" sz="1200" dirty="0">
                          <a:effectLst/>
                          <a:latin typeface="Calibri" panose="020F0502020204030204" pitchFamily="34" charset="0"/>
                          <a:cs typeface="Calibri" panose="020F0502020204030204" pitchFamily="34" charset="0"/>
                        </a:rPr>
                        <a:t>RT dataset</a:t>
                      </a:r>
                    </a:p>
                  </a:txBody>
                  <a:tcPr/>
                </a:tc>
                <a:tc>
                  <a:txBody>
                    <a:bodyPr/>
                    <a:lstStyle/>
                    <a:p>
                      <a:pPr marL="0" indent="0">
                        <a:buFont typeface="Arial" panose="020B0604020202020204" pitchFamily="34" charset="0"/>
                        <a:buNone/>
                      </a:pPr>
                      <a:r>
                        <a:rPr lang="en-US" sz="1200" b="0" i="0" dirty="0">
                          <a:latin typeface="Calibri" panose="020F0502020204030204" pitchFamily="34" charset="0"/>
                          <a:cs typeface="Calibri" panose="020F0502020204030204" pitchFamily="34" charset="0"/>
                        </a:rPr>
                        <a:t>The proposed framework is scalable and can be extended with other domain generated evidences for ranking fraud detection.</a:t>
                      </a:r>
                      <a:endParaRPr lang="en-IN" sz="1200" b="0" i="0" dirty="0">
                        <a:latin typeface="Calibri" panose="020F0502020204030204" pitchFamily="34" charset="0"/>
                        <a:cs typeface="Calibri" panose="020F0502020204030204" pitchFamily="34" charset="0"/>
                      </a:endParaRPr>
                    </a:p>
                  </a:txBody>
                  <a:tcPr/>
                </a:tc>
                <a:tc>
                  <a:txBody>
                    <a:bodyPr/>
                    <a:lstStyle/>
                    <a:p>
                      <a:pPr marL="0" indent="0">
                        <a:buFont typeface="Arial" panose="020B0604020202020204" pitchFamily="34" charset="0"/>
                        <a:buNone/>
                      </a:pPr>
                      <a:r>
                        <a:rPr lang="en-US" sz="1200" dirty="0">
                          <a:effectLst/>
                          <a:latin typeface="Calibri" panose="020F0502020204030204" pitchFamily="34" charset="0"/>
                          <a:cs typeface="Calibri" panose="020F0502020204030204" pitchFamily="34" charset="0"/>
                        </a:rPr>
                        <a:t>Although some of the existing approaches can be used for anomaly detection from historical rating and review records, they are not able to extract fraud evidences for a given time period (i.e., leading session).</a:t>
                      </a:r>
                      <a:endParaRPr lang="en-IN" sz="1200" dirty="0">
                        <a:effectLst/>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985031687"/>
                  </a:ext>
                </a:extLst>
              </a:tr>
            </a:tbl>
          </a:graphicData>
        </a:graphic>
      </p:graphicFrame>
    </p:spTree>
    <p:extLst>
      <p:ext uri="{BB962C8B-B14F-4D97-AF65-F5344CB8AC3E}">
        <p14:creationId xmlns:p14="http://schemas.microsoft.com/office/powerpoint/2010/main" val="3673819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8B75168-66D3-1982-0769-B0EA2A268062}"/>
              </a:ext>
            </a:extLst>
          </p:cNvPr>
          <p:cNvGraphicFramePr>
            <a:graphicFrameLocks noGrp="1"/>
          </p:cNvGraphicFramePr>
          <p:nvPr>
            <p:extLst>
              <p:ext uri="{D42A27DB-BD31-4B8C-83A1-F6EECF244321}">
                <p14:modId xmlns:p14="http://schemas.microsoft.com/office/powerpoint/2010/main" val="201134994"/>
              </p:ext>
            </p:extLst>
          </p:nvPr>
        </p:nvGraphicFramePr>
        <p:xfrm>
          <a:off x="810491" y="1426107"/>
          <a:ext cx="7419110" cy="492760"/>
        </p:xfrm>
        <a:graphic>
          <a:graphicData uri="http://schemas.openxmlformats.org/drawingml/2006/table">
            <a:tbl>
              <a:tblPr>
                <a:noFill/>
              </a:tblPr>
              <a:tblGrid>
                <a:gridCol w="453549">
                  <a:extLst>
                    <a:ext uri="{9D8B030D-6E8A-4147-A177-3AD203B41FA5}">
                      <a16:colId xmlns:a16="http://schemas.microsoft.com/office/drawing/2014/main" val="2256062539"/>
                    </a:ext>
                  </a:extLst>
                </a:gridCol>
                <a:gridCol w="1018541">
                  <a:extLst>
                    <a:ext uri="{9D8B030D-6E8A-4147-A177-3AD203B41FA5}">
                      <a16:colId xmlns:a16="http://schemas.microsoft.com/office/drawing/2014/main" val="1096938215"/>
                    </a:ext>
                  </a:extLst>
                </a:gridCol>
                <a:gridCol w="834744">
                  <a:extLst>
                    <a:ext uri="{9D8B030D-6E8A-4147-A177-3AD203B41FA5}">
                      <a16:colId xmlns:a16="http://schemas.microsoft.com/office/drawing/2014/main" val="4035451415"/>
                    </a:ext>
                  </a:extLst>
                </a:gridCol>
                <a:gridCol w="834744">
                  <a:extLst>
                    <a:ext uri="{9D8B030D-6E8A-4147-A177-3AD203B41FA5}">
                      <a16:colId xmlns:a16="http://schemas.microsoft.com/office/drawing/2014/main" val="1730557759"/>
                    </a:ext>
                  </a:extLst>
                </a:gridCol>
                <a:gridCol w="696897">
                  <a:extLst>
                    <a:ext uri="{9D8B030D-6E8A-4147-A177-3AD203B41FA5}">
                      <a16:colId xmlns:a16="http://schemas.microsoft.com/office/drawing/2014/main" val="3343621124"/>
                    </a:ext>
                  </a:extLst>
                </a:gridCol>
                <a:gridCol w="1761388">
                  <a:extLst>
                    <a:ext uri="{9D8B030D-6E8A-4147-A177-3AD203B41FA5}">
                      <a16:colId xmlns:a16="http://schemas.microsoft.com/office/drawing/2014/main" val="2965835178"/>
                    </a:ext>
                  </a:extLst>
                </a:gridCol>
                <a:gridCol w="1819247">
                  <a:extLst>
                    <a:ext uri="{9D8B030D-6E8A-4147-A177-3AD203B41FA5}">
                      <a16:colId xmlns:a16="http://schemas.microsoft.com/office/drawing/2014/main" val="252340040"/>
                    </a:ext>
                  </a:extLst>
                </a:gridCol>
              </a:tblGrid>
              <a:tr h="412000">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Sno</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Title</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Author</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Methodology Used</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Data Sets</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Advantages of Existing system </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Existing system gaps/Limitations</a:t>
                      </a:r>
                      <a:endParaRPr sz="1200" b="1" dirty="0">
                        <a:latin typeface="Calibri" panose="020F0502020204030204" pitchFamily="34" charset="0"/>
                        <a:cs typeface="Calibri" panose="020F0502020204030204" pitchFamily="34" charset="0"/>
                      </a:endParaRPr>
                    </a:p>
                  </a:txBody>
                  <a:tcPr marL="63500" marR="63500" marT="63500" marB="63500"/>
                </a:tc>
                <a:extLst>
                  <a:ext uri="{0D108BD9-81ED-4DB2-BD59-A6C34878D82A}">
                    <a16:rowId xmlns:a16="http://schemas.microsoft.com/office/drawing/2014/main" val="1073415735"/>
                  </a:ext>
                </a:extLst>
              </a:tr>
            </a:tbl>
          </a:graphicData>
        </a:graphic>
      </p:graphicFrame>
      <p:graphicFrame>
        <p:nvGraphicFramePr>
          <p:cNvPr id="3" name="Table 2">
            <a:extLst>
              <a:ext uri="{FF2B5EF4-FFF2-40B4-BE49-F238E27FC236}">
                <a16:creationId xmlns:a16="http://schemas.microsoft.com/office/drawing/2014/main" id="{064FE3A3-3537-ADC2-F820-911580610CDB}"/>
              </a:ext>
            </a:extLst>
          </p:cNvPr>
          <p:cNvGraphicFramePr>
            <a:graphicFrameLocks noGrp="1"/>
          </p:cNvGraphicFramePr>
          <p:nvPr>
            <p:extLst>
              <p:ext uri="{D42A27DB-BD31-4B8C-83A1-F6EECF244321}">
                <p14:modId xmlns:p14="http://schemas.microsoft.com/office/powerpoint/2010/main" val="3895938323"/>
              </p:ext>
            </p:extLst>
          </p:nvPr>
        </p:nvGraphicFramePr>
        <p:xfrm>
          <a:off x="810491" y="1918869"/>
          <a:ext cx="7419111" cy="1931391"/>
        </p:xfrm>
        <a:graphic>
          <a:graphicData uri="http://schemas.openxmlformats.org/drawingml/2006/table">
            <a:tbl>
              <a:tblPr firstRow="1" bandRow="1"/>
              <a:tblGrid>
                <a:gridCol w="453550">
                  <a:extLst>
                    <a:ext uri="{9D8B030D-6E8A-4147-A177-3AD203B41FA5}">
                      <a16:colId xmlns:a16="http://schemas.microsoft.com/office/drawing/2014/main" val="2222632068"/>
                    </a:ext>
                  </a:extLst>
                </a:gridCol>
                <a:gridCol w="1018540">
                  <a:extLst>
                    <a:ext uri="{9D8B030D-6E8A-4147-A177-3AD203B41FA5}">
                      <a16:colId xmlns:a16="http://schemas.microsoft.com/office/drawing/2014/main" val="2648667708"/>
                    </a:ext>
                  </a:extLst>
                </a:gridCol>
                <a:gridCol w="834745">
                  <a:extLst>
                    <a:ext uri="{9D8B030D-6E8A-4147-A177-3AD203B41FA5}">
                      <a16:colId xmlns:a16="http://schemas.microsoft.com/office/drawing/2014/main" val="2658412511"/>
                    </a:ext>
                  </a:extLst>
                </a:gridCol>
                <a:gridCol w="834746">
                  <a:extLst>
                    <a:ext uri="{9D8B030D-6E8A-4147-A177-3AD203B41FA5}">
                      <a16:colId xmlns:a16="http://schemas.microsoft.com/office/drawing/2014/main" val="2378659352"/>
                    </a:ext>
                  </a:extLst>
                </a:gridCol>
                <a:gridCol w="696893">
                  <a:extLst>
                    <a:ext uri="{9D8B030D-6E8A-4147-A177-3AD203B41FA5}">
                      <a16:colId xmlns:a16="http://schemas.microsoft.com/office/drawing/2014/main" val="692602088"/>
                    </a:ext>
                  </a:extLst>
                </a:gridCol>
                <a:gridCol w="1761390">
                  <a:extLst>
                    <a:ext uri="{9D8B030D-6E8A-4147-A177-3AD203B41FA5}">
                      <a16:colId xmlns:a16="http://schemas.microsoft.com/office/drawing/2014/main" val="2120066694"/>
                    </a:ext>
                  </a:extLst>
                </a:gridCol>
                <a:gridCol w="1819247">
                  <a:extLst>
                    <a:ext uri="{9D8B030D-6E8A-4147-A177-3AD203B41FA5}">
                      <a16:colId xmlns:a16="http://schemas.microsoft.com/office/drawing/2014/main" val="2122761900"/>
                    </a:ext>
                  </a:extLst>
                </a:gridCol>
              </a:tblGrid>
              <a:tr h="1931391">
                <a:tc>
                  <a:txBody>
                    <a:bodyPr/>
                    <a:lstStyle/>
                    <a:p>
                      <a:r>
                        <a:rPr lang="en-IN" sz="1200" b="0" i="0" dirty="0">
                          <a:latin typeface="Calibri" panose="020F0502020204030204" pitchFamily="34" charset="0"/>
                          <a:cs typeface="Calibri" panose="020F0502020204030204" pitchFamily="34" charset="0"/>
                        </a:rPr>
                        <a:t>3</a:t>
                      </a:r>
                    </a:p>
                  </a:txBody>
                  <a:tcPr/>
                </a:tc>
                <a:tc>
                  <a:txBody>
                    <a:bodyPr/>
                    <a:lstStyle/>
                    <a:p>
                      <a:r>
                        <a:rPr lang="en-US" sz="1200" dirty="0">
                          <a:latin typeface="Calibri" panose="020F0502020204030204" pitchFamily="34" charset="0"/>
                          <a:cs typeface="Calibri" panose="020F0502020204030204" pitchFamily="34" charset="0"/>
                        </a:rPr>
                        <a:t>Detecting Review Spammers using Rating Behaviors</a:t>
                      </a:r>
                      <a:endParaRPr lang="en-IN" sz="1200" dirty="0">
                        <a:effectLst/>
                        <a:latin typeface="Calibri" panose="020F0502020204030204" pitchFamily="34" charset="0"/>
                        <a:cs typeface="Calibri" panose="020F0502020204030204" pitchFamily="34" charset="0"/>
                      </a:endParaRPr>
                    </a:p>
                  </a:txBody>
                  <a:tcPr/>
                </a:tc>
                <a:tc>
                  <a:txBody>
                    <a:bodyPr/>
                    <a:lstStyle/>
                    <a:p>
                      <a:r>
                        <a:rPr lang="en-IN" sz="1200" b="0" i="0" u="none" strike="noStrike" cap="none" dirty="0" err="1">
                          <a:solidFill>
                            <a:schemeClr val="tx1"/>
                          </a:solidFill>
                          <a:effectLst/>
                          <a:latin typeface="Calibri" panose="020F0502020204030204" pitchFamily="34" charset="0"/>
                          <a:ea typeface="+mn-ea"/>
                          <a:cs typeface="Calibri" panose="020F0502020204030204" pitchFamily="34" charset="0"/>
                          <a:sym typeface="Arial"/>
                        </a:rPr>
                        <a:t>Ee</a:t>
                      </a:r>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-Peng Lim</a:t>
                      </a:r>
                    </a:p>
                    <a:p>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Viet-An Nguyen</a:t>
                      </a:r>
                    </a:p>
                    <a:p>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Nitin Jindal</a:t>
                      </a:r>
                    </a:p>
                    <a:p>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Bing Liu</a:t>
                      </a:r>
                    </a:p>
                    <a:p>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Hady W. </a:t>
                      </a:r>
                      <a:r>
                        <a:rPr lang="en-IN" sz="1200" b="0" i="0" u="none" strike="noStrike" cap="none" dirty="0" err="1">
                          <a:solidFill>
                            <a:schemeClr val="tx1"/>
                          </a:solidFill>
                          <a:effectLst/>
                          <a:latin typeface="Calibri" panose="020F0502020204030204" pitchFamily="34" charset="0"/>
                          <a:ea typeface="+mn-ea"/>
                          <a:cs typeface="Calibri" panose="020F0502020204030204" pitchFamily="34" charset="0"/>
                          <a:sym typeface="Arial"/>
                        </a:rPr>
                        <a:t>Lauw</a:t>
                      </a:r>
                      <a:endPar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0" dirty="0">
                        <a:effectLst/>
                        <a:latin typeface="Calibri" panose="020F0502020204030204" pitchFamily="34" charset="0"/>
                        <a:cs typeface="Calibri" panose="020F0502020204030204" pitchFamily="34" charset="0"/>
                      </a:endParaRPr>
                    </a:p>
                  </a:txBody>
                  <a:tcPr/>
                </a:tc>
                <a:tc>
                  <a:txBody>
                    <a:bodyPr/>
                    <a:lstStyle/>
                    <a:p>
                      <a:r>
                        <a:rPr lang="en-IN" sz="1200" dirty="0">
                          <a:effectLst/>
                          <a:latin typeface="Calibri" panose="020F0502020204030204" pitchFamily="34" charset="0"/>
                          <a:cs typeface="Calibri" panose="020F0502020204030204" pitchFamily="34" charset="0"/>
                        </a:rPr>
                        <a:t>NLP, </a:t>
                      </a:r>
                    </a:p>
                    <a:p>
                      <a:r>
                        <a:rPr lang="en-IN" sz="1200" dirty="0">
                          <a:effectLst/>
                          <a:latin typeface="Calibri" panose="020F0502020204030204" pitchFamily="34" charset="0"/>
                          <a:cs typeface="Calibri" panose="020F0502020204030204" pitchFamily="34" charset="0"/>
                        </a:rPr>
                        <a:t>SVM</a:t>
                      </a:r>
                    </a:p>
                  </a:txBody>
                  <a:tcPr/>
                </a:tc>
                <a:tc>
                  <a:txBody>
                    <a:bodyPr/>
                    <a:lstStyle/>
                    <a:p>
                      <a:r>
                        <a:rPr lang="en-IN" sz="1200" dirty="0" err="1">
                          <a:effectLst/>
                          <a:latin typeface="Calibri" panose="020F0502020204030204" pitchFamily="34" charset="0"/>
                          <a:cs typeface="Calibri" panose="020F0502020204030204" pitchFamily="34" charset="0"/>
                        </a:rPr>
                        <a:t>App_Store</a:t>
                      </a:r>
                      <a:r>
                        <a:rPr lang="en-IN" sz="1200" dirty="0">
                          <a:effectLst/>
                          <a:latin typeface="Calibri" panose="020F0502020204030204" pitchFamily="34" charset="0"/>
                          <a:cs typeface="Calibri" panose="020F0502020204030204" pitchFamily="34" charset="0"/>
                        </a:rPr>
                        <a:t> (2017) dataset</a:t>
                      </a:r>
                    </a:p>
                  </a:txBody>
                  <a:tcPr/>
                </a:tc>
                <a:tc>
                  <a:txBody>
                    <a:bodyPr/>
                    <a:lstStyle/>
                    <a:p>
                      <a:pPr marL="0" indent="0">
                        <a:buFont typeface="Arial" panose="020B0604020202020204" pitchFamily="34" charset="0"/>
                        <a:buNone/>
                      </a:pPr>
                      <a:r>
                        <a:rPr lang="en-IN" sz="1200" b="0" i="0" dirty="0">
                          <a:latin typeface="Calibri" panose="020F0502020204030204" pitchFamily="34" charset="0"/>
                          <a:cs typeface="Calibri" panose="020F0502020204030204" pitchFamily="34" charset="0"/>
                        </a:rPr>
                        <a:t>This method considers the concept of neutrality, which makes the system even more scalable.</a:t>
                      </a:r>
                    </a:p>
                  </a:txBody>
                  <a:tcPr/>
                </a:tc>
                <a:tc>
                  <a:txBody>
                    <a:bodyPr/>
                    <a:lstStyle/>
                    <a:p>
                      <a:pPr marL="0" indent="0">
                        <a:buFont typeface="Arial" panose="020B0604020202020204" pitchFamily="34" charset="0"/>
                        <a:buNone/>
                      </a:pPr>
                      <a:r>
                        <a:rPr lang="en-IN" sz="1200" dirty="0">
                          <a:effectLst/>
                          <a:latin typeface="Calibri" panose="020F0502020204030204" pitchFamily="34" charset="0"/>
                          <a:cs typeface="Calibri" panose="020F0502020204030204" pitchFamily="34" charset="0"/>
                        </a:rPr>
                        <a:t>As it uses NLP not all results which are produced are accurate.</a:t>
                      </a:r>
                    </a:p>
                  </a:txBody>
                  <a:tcPr/>
                </a:tc>
                <a:extLst>
                  <a:ext uri="{0D108BD9-81ED-4DB2-BD59-A6C34878D82A}">
                    <a16:rowId xmlns:a16="http://schemas.microsoft.com/office/drawing/2014/main" val="1985031687"/>
                  </a:ext>
                </a:extLst>
              </a:tr>
            </a:tbl>
          </a:graphicData>
        </a:graphic>
      </p:graphicFrame>
    </p:spTree>
    <p:extLst>
      <p:ext uri="{BB962C8B-B14F-4D97-AF65-F5344CB8AC3E}">
        <p14:creationId xmlns:p14="http://schemas.microsoft.com/office/powerpoint/2010/main" val="2489809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0E9A63F-322E-16E8-6090-7AFC02CD54D3}"/>
              </a:ext>
            </a:extLst>
          </p:cNvPr>
          <p:cNvGraphicFramePr>
            <a:graphicFrameLocks noGrp="1"/>
          </p:cNvGraphicFramePr>
          <p:nvPr>
            <p:extLst>
              <p:ext uri="{D42A27DB-BD31-4B8C-83A1-F6EECF244321}">
                <p14:modId xmlns:p14="http://schemas.microsoft.com/office/powerpoint/2010/main" val="3174686013"/>
              </p:ext>
            </p:extLst>
          </p:nvPr>
        </p:nvGraphicFramePr>
        <p:xfrm>
          <a:off x="810492" y="1329469"/>
          <a:ext cx="7419110" cy="492760"/>
        </p:xfrm>
        <a:graphic>
          <a:graphicData uri="http://schemas.openxmlformats.org/drawingml/2006/table">
            <a:tbl>
              <a:tblPr>
                <a:noFill/>
              </a:tblPr>
              <a:tblGrid>
                <a:gridCol w="453549">
                  <a:extLst>
                    <a:ext uri="{9D8B030D-6E8A-4147-A177-3AD203B41FA5}">
                      <a16:colId xmlns:a16="http://schemas.microsoft.com/office/drawing/2014/main" val="2256062539"/>
                    </a:ext>
                  </a:extLst>
                </a:gridCol>
                <a:gridCol w="1018541">
                  <a:extLst>
                    <a:ext uri="{9D8B030D-6E8A-4147-A177-3AD203B41FA5}">
                      <a16:colId xmlns:a16="http://schemas.microsoft.com/office/drawing/2014/main" val="1096938215"/>
                    </a:ext>
                  </a:extLst>
                </a:gridCol>
                <a:gridCol w="834744">
                  <a:extLst>
                    <a:ext uri="{9D8B030D-6E8A-4147-A177-3AD203B41FA5}">
                      <a16:colId xmlns:a16="http://schemas.microsoft.com/office/drawing/2014/main" val="4035451415"/>
                    </a:ext>
                  </a:extLst>
                </a:gridCol>
                <a:gridCol w="834744">
                  <a:extLst>
                    <a:ext uri="{9D8B030D-6E8A-4147-A177-3AD203B41FA5}">
                      <a16:colId xmlns:a16="http://schemas.microsoft.com/office/drawing/2014/main" val="1730557759"/>
                    </a:ext>
                  </a:extLst>
                </a:gridCol>
                <a:gridCol w="696897">
                  <a:extLst>
                    <a:ext uri="{9D8B030D-6E8A-4147-A177-3AD203B41FA5}">
                      <a16:colId xmlns:a16="http://schemas.microsoft.com/office/drawing/2014/main" val="3343621124"/>
                    </a:ext>
                  </a:extLst>
                </a:gridCol>
                <a:gridCol w="1761388">
                  <a:extLst>
                    <a:ext uri="{9D8B030D-6E8A-4147-A177-3AD203B41FA5}">
                      <a16:colId xmlns:a16="http://schemas.microsoft.com/office/drawing/2014/main" val="2965835178"/>
                    </a:ext>
                  </a:extLst>
                </a:gridCol>
                <a:gridCol w="1819247">
                  <a:extLst>
                    <a:ext uri="{9D8B030D-6E8A-4147-A177-3AD203B41FA5}">
                      <a16:colId xmlns:a16="http://schemas.microsoft.com/office/drawing/2014/main" val="252340040"/>
                    </a:ext>
                  </a:extLst>
                </a:gridCol>
              </a:tblGrid>
              <a:tr h="412000">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Sno</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Title</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Author</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Methodology Used</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Data Sets</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Advantages of Existing system </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Existing system gaps/Limitations</a:t>
                      </a:r>
                      <a:endParaRPr sz="1200" b="1" dirty="0">
                        <a:latin typeface="Calibri" panose="020F0502020204030204" pitchFamily="34" charset="0"/>
                        <a:cs typeface="Calibri" panose="020F0502020204030204" pitchFamily="34" charset="0"/>
                      </a:endParaRPr>
                    </a:p>
                  </a:txBody>
                  <a:tcPr marL="63500" marR="63500" marT="63500" marB="63500"/>
                </a:tc>
                <a:extLst>
                  <a:ext uri="{0D108BD9-81ED-4DB2-BD59-A6C34878D82A}">
                    <a16:rowId xmlns:a16="http://schemas.microsoft.com/office/drawing/2014/main" val="1073415735"/>
                  </a:ext>
                </a:extLst>
              </a:tr>
            </a:tbl>
          </a:graphicData>
        </a:graphic>
      </p:graphicFrame>
      <p:graphicFrame>
        <p:nvGraphicFramePr>
          <p:cNvPr id="3" name="Table 2">
            <a:extLst>
              <a:ext uri="{FF2B5EF4-FFF2-40B4-BE49-F238E27FC236}">
                <a16:creationId xmlns:a16="http://schemas.microsoft.com/office/drawing/2014/main" id="{B5C59B30-E4B7-62B9-AF9A-D49850D1ABFB}"/>
              </a:ext>
            </a:extLst>
          </p:cNvPr>
          <p:cNvGraphicFramePr>
            <a:graphicFrameLocks noGrp="1"/>
          </p:cNvGraphicFramePr>
          <p:nvPr>
            <p:extLst>
              <p:ext uri="{D42A27DB-BD31-4B8C-83A1-F6EECF244321}">
                <p14:modId xmlns:p14="http://schemas.microsoft.com/office/powerpoint/2010/main" val="3672108059"/>
              </p:ext>
            </p:extLst>
          </p:nvPr>
        </p:nvGraphicFramePr>
        <p:xfrm>
          <a:off x="810322" y="1822229"/>
          <a:ext cx="7419280" cy="1931391"/>
        </p:xfrm>
        <a:graphic>
          <a:graphicData uri="http://schemas.openxmlformats.org/drawingml/2006/table">
            <a:tbl>
              <a:tblPr firstRow="1" bandRow="1"/>
              <a:tblGrid>
                <a:gridCol w="453719">
                  <a:extLst>
                    <a:ext uri="{9D8B030D-6E8A-4147-A177-3AD203B41FA5}">
                      <a16:colId xmlns:a16="http://schemas.microsoft.com/office/drawing/2014/main" val="2222632068"/>
                    </a:ext>
                  </a:extLst>
                </a:gridCol>
                <a:gridCol w="1018540">
                  <a:extLst>
                    <a:ext uri="{9D8B030D-6E8A-4147-A177-3AD203B41FA5}">
                      <a16:colId xmlns:a16="http://schemas.microsoft.com/office/drawing/2014/main" val="2648667708"/>
                    </a:ext>
                  </a:extLst>
                </a:gridCol>
                <a:gridCol w="834745">
                  <a:extLst>
                    <a:ext uri="{9D8B030D-6E8A-4147-A177-3AD203B41FA5}">
                      <a16:colId xmlns:a16="http://schemas.microsoft.com/office/drawing/2014/main" val="2658412511"/>
                    </a:ext>
                  </a:extLst>
                </a:gridCol>
                <a:gridCol w="834746">
                  <a:extLst>
                    <a:ext uri="{9D8B030D-6E8A-4147-A177-3AD203B41FA5}">
                      <a16:colId xmlns:a16="http://schemas.microsoft.com/office/drawing/2014/main" val="2378659352"/>
                    </a:ext>
                  </a:extLst>
                </a:gridCol>
                <a:gridCol w="696893">
                  <a:extLst>
                    <a:ext uri="{9D8B030D-6E8A-4147-A177-3AD203B41FA5}">
                      <a16:colId xmlns:a16="http://schemas.microsoft.com/office/drawing/2014/main" val="692602088"/>
                    </a:ext>
                  </a:extLst>
                </a:gridCol>
                <a:gridCol w="1761390">
                  <a:extLst>
                    <a:ext uri="{9D8B030D-6E8A-4147-A177-3AD203B41FA5}">
                      <a16:colId xmlns:a16="http://schemas.microsoft.com/office/drawing/2014/main" val="2120066694"/>
                    </a:ext>
                  </a:extLst>
                </a:gridCol>
                <a:gridCol w="1819247">
                  <a:extLst>
                    <a:ext uri="{9D8B030D-6E8A-4147-A177-3AD203B41FA5}">
                      <a16:colId xmlns:a16="http://schemas.microsoft.com/office/drawing/2014/main" val="2122761900"/>
                    </a:ext>
                  </a:extLst>
                </a:gridCol>
              </a:tblGrid>
              <a:tr h="1931391">
                <a:tc>
                  <a:txBody>
                    <a:bodyPr/>
                    <a:lstStyle/>
                    <a:p>
                      <a:r>
                        <a:rPr lang="en-IN" sz="1200" b="0" i="0" dirty="0">
                          <a:latin typeface="Calibri" panose="020F0502020204030204" pitchFamily="34" charset="0"/>
                          <a:cs typeface="Calibri" panose="020F0502020204030204" pitchFamily="34" charset="0"/>
                        </a:rPr>
                        <a:t>4</a:t>
                      </a:r>
                    </a:p>
                  </a:txBody>
                  <a:tcPr/>
                </a:tc>
                <a:tc>
                  <a:txBody>
                    <a:bodyPr/>
                    <a:lstStyle/>
                    <a:p>
                      <a:r>
                        <a:rPr lang="en-US"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Detection of mobile applications leaking sensitive data</a:t>
                      </a:r>
                      <a:endParaRPr lang="en-IN" sz="1200" dirty="0">
                        <a:effectLst/>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Yavuz </a:t>
                      </a:r>
                      <a:r>
                        <a:rPr lang="en-IN" sz="1200" b="0" i="0" u="none" strike="noStrike" cap="none" dirty="0" err="1">
                          <a:solidFill>
                            <a:schemeClr val="tx1"/>
                          </a:solidFill>
                          <a:effectLst/>
                          <a:latin typeface="Calibri" panose="020F0502020204030204" pitchFamily="34" charset="0"/>
                          <a:ea typeface="+mn-ea"/>
                          <a:cs typeface="Calibri" panose="020F0502020204030204" pitchFamily="34" charset="0"/>
                          <a:sym typeface="Arial"/>
                        </a:rPr>
                        <a:t>Canbay</a:t>
                      </a:r>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 </a:t>
                      </a:r>
                      <a:r>
                        <a:rPr lang="en-IN" sz="1200" b="0" i="0" u="none" strike="noStrike" cap="none" dirty="0" err="1">
                          <a:solidFill>
                            <a:schemeClr val="tx1"/>
                          </a:solidFill>
                          <a:effectLst/>
                          <a:latin typeface="Calibri" panose="020F0502020204030204" pitchFamily="34" charset="0"/>
                          <a:ea typeface="+mn-ea"/>
                          <a:cs typeface="Calibri" panose="020F0502020204030204" pitchFamily="34" charset="0"/>
                          <a:sym typeface="Arial"/>
                        </a:rPr>
                        <a:t>Mehtap</a:t>
                      </a:r>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 </a:t>
                      </a:r>
                      <a:r>
                        <a:rPr lang="en-IN" sz="1200" b="0" i="0" u="none" strike="noStrike" cap="none" dirty="0" err="1">
                          <a:solidFill>
                            <a:schemeClr val="tx1"/>
                          </a:solidFill>
                          <a:effectLst/>
                          <a:latin typeface="Calibri" panose="020F0502020204030204" pitchFamily="34" charset="0"/>
                          <a:ea typeface="+mn-ea"/>
                          <a:cs typeface="Calibri" panose="020F0502020204030204" pitchFamily="34" charset="0"/>
                          <a:sym typeface="Arial"/>
                        </a:rPr>
                        <a:t>Ulker</a:t>
                      </a:r>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 </a:t>
                      </a:r>
                      <a:r>
                        <a:rPr lang="en-IN" sz="1200" b="0" i="0" u="none" strike="noStrike" cap="none" dirty="0" err="1">
                          <a:solidFill>
                            <a:schemeClr val="tx1"/>
                          </a:solidFill>
                          <a:effectLst/>
                          <a:latin typeface="Calibri" panose="020F0502020204030204" pitchFamily="34" charset="0"/>
                          <a:ea typeface="+mn-ea"/>
                          <a:cs typeface="Calibri" panose="020F0502020204030204" pitchFamily="34" charset="0"/>
                          <a:sym typeface="Arial"/>
                        </a:rPr>
                        <a:t>Seref</a:t>
                      </a:r>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 </a:t>
                      </a:r>
                      <a:r>
                        <a:rPr lang="en-IN" sz="1200" b="0" i="0" u="none" strike="noStrike" cap="none" dirty="0" err="1">
                          <a:solidFill>
                            <a:schemeClr val="tx1"/>
                          </a:solidFill>
                          <a:effectLst/>
                          <a:latin typeface="Calibri" panose="020F0502020204030204" pitchFamily="34" charset="0"/>
                          <a:ea typeface="+mn-ea"/>
                          <a:cs typeface="Calibri" panose="020F0502020204030204" pitchFamily="34" charset="0"/>
                          <a:sym typeface="Arial"/>
                        </a:rPr>
                        <a:t>Sagiroglu</a:t>
                      </a:r>
                      <a:endParaRPr lang="en-IN" sz="1200" b="0" dirty="0">
                        <a:effectLst/>
                        <a:latin typeface="Calibri" panose="020F0502020204030204" pitchFamily="34" charset="0"/>
                        <a:cs typeface="Calibri" panose="020F0502020204030204" pitchFamily="34" charset="0"/>
                      </a:endParaRPr>
                    </a:p>
                  </a:txBody>
                  <a:tcPr/>
                </a:tc>
                <a:tc>
                  <a:txBody>
                    <a:bodyPr/>
                    <a:lstStyle/>
                    <a:p>
                      <a:r>
                        <a:rPr lang="en-IN" sz="1200" dirty="0">
                          <a:effectLst/>
                          <a:latin typeface="Calibri" panose="020F0502020204030204" pitchFamily="34" charset="0"/>
                          <a:cs typeface="Calibri" panose="020F0502020204030204" pitchFamily="34" charset="0"/>
                        </a:rPr>
                        <a:t>J48 classification algorithm</a:t>
                      </a:r>
                    </a:p>
                    <a:p>
                      <a:endParaRPr lang="en-IN" sz="1200" dirty="0">
                        <a:effectLst/>
                        <a:latin typeface="Calibri" panose="020F0502020204030204" pitchFamily="34" charset="0"/>
                        <a:cs typeface="Calibri" panose="020F0502020204030204" pitchFamily="34" charset="0"/>
                      </a:endParaRPr>
                    </a:p>
                  </a:txBody>
                  <a:tcPr/>
                </a:tc>
                <a:tc>
                  <a:txBody>
                    <a:bodyPr/>
                    <a:lstStyle/>
                    <a:p>
                      <a:r>
                        <a:rPr lang="en-US" sz="1200" b="0" i="0" u="none" strike="noStrike" cap="none" dirty="0" err="1">
                          <a:solidFill>
                            <a:schemeClr val="tx1"/>
                          </a:solidFill>
                          <a:effectLst/>
                          <a:latin typeface="Calibri" panose="020F0502020204030204" pitchFamily="34" charset="0"/>
                          <a:ea typeface="+mn-ea"/>
                          <a:cs typeface="Calibri" panose="020F0502020204030204" pitchFamily="34" charset="0"/>
                          <a:sym typeface="Arial"/>
                        </a:rPr>
                        <a:t>kag_GPA</a:t>
                      </a:r>
                      <a:endParaRPr lang="en-US"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endParaRPr>
                    </a:p>
                    <a:p>
                      <a:br>
                        <a:rPr lang="en-US" sz="1400" b="0" i="0" u="none" strike="noStrike" cap="none" dirty="0">
                          <a:solidFill>
                            <a:schemeClr val="tx1"/>
                          </a:solidFill>
                          <a:effectLst/>
                          <a:latin typeface="+mn-lt"/>
                          <a:ea typeface="+mn-ea"/>
                          <a:cs typeface="+mn-cs"/>
                          <a:sym typeface="Arial"/>
                        </a:rPr>
                      </a:br>
                      <a:endParaRPr lang="en-IN" sz="1200" dirty="0">
                        <a:effectLst/>
                        <a:latin typeface="Calibri" panose="020F0502020204030204" pitchFamily="34" charset="0"/>
                        <a:cs typeface="Calibri" panose="020F0502020204030204" pitchFamily="34" charset="0"/>
                      </a:endParaRPr>
                    </a:p>
                  </a:txBody>
                  <a:tcPr/>
                </a:tc>
                <a:tc>
                  <a:txBody>
                    <a:bodyPr/>
                    <a:lstStyle/>
                    <a:p>
                      <a:r>
                        <a:rPr lang="en-US"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The result has shown that the proposed system can detect malign and benign applications in 98.6% accuracy.</a:t>
                      </a:r>
                    </a:p>
                    <a:p>
                      <a:br>
                        <a:rPr lang="en-US" sz="1400" b="0" i="0" u="none" strike="noStrike" cap="none" dirty="0">
                          <a:solidFill>
                            <a:schemeClr val="tx1"/>
                          </a:solidFill>
                          <a:effectLst/>
                          <a:latin typeface="+mn-lt"/>
                          <a:ea typeface="+mn-ea"/>
                          <a:cs typeface="+mn-cs"/>
                          <a:sym typeface="Arial"/>
                        </a:rPr>
                      </a:br>
                      <a:endParaRPr lang="en-IN" sz="1200" b="0" i="0" dirty="0">
                        <a:latin typeface="Calibri" panose="020F0502020204030204" pitchFamily="34" charset="0"/>
                        <a:cs typeface="Calibri" panose="020F0502020204030204" pitchFamily="34" charset="0"/>
                      </a:endParaRPr>
                    </a:p>
                  </a:txBody>
                  <a:tcPr/>
                </a:tc>
                <a:tc>
                  <a:txBody>
                    <a:bodyPr/>
                    <a:lstStyle/>
                    <a:p>
                      <a:pPr marL="0" indent="0">
                        <a:buFont typeface="Arial" panose="020B0604020202020204" pitchFamily="34" charset="0"/>
                        <a:buNone/>
                      </a:pPr>
                      <a:r>
                        <a:rPr lang="en-IN" sz="1200" dirty="0">
                          <a:effectLst/>
                          <a:latin typeface="Calibri" panose="020F0502020204030204" pitchFamily="34" charset="0"/>
                          <a:cs typeface="Calibri" panose="020F0502020204030204" pitchFamily="34" charset="0"/>
                        </a:rPr>
                        <a:t>Data training is difficult as it may cause data setting problem.</a:t>
                      </a:r>
                    </a:p>
                    <a:p>
                      <a:pPr marL="0" indent="0">
                        <a:buFont typeface="Arial" panose="020B0604020202020204" pitchFamily="34" charset="0"/>
                        <a:buNone/>
                      </a:pPr>
                      <a:endParaRPr lang="en-IN" sz="1200" dirty="0">
                        <a:effectLst/>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985031687"/>
                  </a:ext>
                </a:extLst>
              </a:tr>
            </a:tbl>
          </a:graphicData>
        </a:graphic>
      </p:graphicFrame>
    </p:spTree>
    <p:extLst>
      <p:ext uri="{BB962C8B-B14F-4D97-AF65-F5344CB8AC3E}">
        <p14:creationId xmlns:p14="http://schemas.microsoft.com/office/powerpoint/2010/main" val="1884889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81259A7-7283-841A-4B2F-8988CEBA8F39}"/>
              </a:ext>
            </a:extLst>
          </p:cNvPr>
          <p:cNvGraphicFramePr>
            <a:graphicFrameLocks noGrp="1"/>
          </p:cNvGraphicFramePr>
          <p:nvPr>
            <p:extLst>
              <p:ext uri="{D42A27DB-BD31-4B8C-83A1-F6EECF244321}">
                <p14:modId xmlns:p14="http://schemas.microsoft.com/office/powerpoint/2010/main" val="228256050"/>
              </p:ext>
            </p:extLst>
          </p:nvPr>
        </p:nvGraphicFramePr>
        <p:xfrm>
          <a:off x="810492" y="1054401"/>
          <a:ext cx="7419110" cy="492760"/>
        </p:xfrm>
        <a:graphic>
          <a:graphicData uri="http://schemas.openxmlformats.org/drawingml/2006/table">
            <a:tbl>
              <a:tblPr>
                <a:noFill/>
              </a:tblPr>
              <a:tblGrid>
                <a:gridCol w="453549">
                  <a:extLst>
                    <a:ext uri="{9D8B030D-6E8A-4147-A177-3AD203B41FA5}">
                      <a16:colId xmlns:a16="http://schemas.microsoft.com/office/drawing/2014/main" val="2256062539"/>
                    </a:ext>
                  </a:extLst>
                </a:gridCol>
                <a:gridCol w="1018541">
                  <a:extLst>
                    <a:ext uri="{9D8B030D-6E8A-4147-A177-3AD203B41FA5}">
                      <a16:colId xmlns:a16="http://schemas.microsoft.com/office/drawing/2014/main" val="1096938215"/>
                    </a:ext>
                  </a:extLst>
                </a:gridCol>
                <a:gridCol w="834744">
                  <a:extLst>
                    <a:ext uri="{9D8B030D-6E8A-4147-A177-3AD203B41FA5}">
                      <a16:colId xmlns:a16="http://schemas.microsoft.com/office/drawing/2014/main" val="4035451415"/>
                    </a:ext>
                  </a:extLst>
                </a:gridCol>
                <a:gridCol w="834744">
                  <a:extLst>
                    <a:ext uri="{9D8B030D-6E8A-4147-A177-3AD203B41FA5}">
                      <a16:colId xmlns:a16="http://schemas.microsoft.com/office/drawing/2014/main" val="1730557759"/>
                    </a:ext>
                  </a:extLst>
                </a:gridCol>
                <a:gridCol w="696897">
                  <a:extLst>
                    <a:ext uri="{9D8B030D-6E8A-4147-A177-3AD203B41FA5}">
                      <a16:colId xmlns:a16="http://schemas.microsoft.com/office/drawing/2014/main" val="3343621124"/>
                    </a:ext>
                  </a:extLst>
                </a:gridCol>
                <a:gridCol w="1761388">
                  <a:extLst>
                    <a:ext uri="{9D8B030D-6E8A-4147-A177-3AD203B41FA5}">
                      <a16:colId xmlns:a16="http://schemas.microsoft.com/office/drawing/2014/main" val="2965835178"/>
                    </a:ext>
                  </a:extLst>
                </a:gridCol>
                <a:gridCol w="1819247">
                  <a:extLst>
                    <a:ext uri="{9D8B030D-6E8A-4147-A177-3AD203B41FA5}">
                      <a16:colId xmlns:a16="http://schemas.microsoft.com/office/drawing/2014/main" val="252340040"/>
                    </a:ext>
                  </a:extLst>
                </a:gridCol>
              </a:tblGrid>
              <a:tr h="412000">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Sno</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Title</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Author</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Methodology Used</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Data Sets</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Advantages of Existing system </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Existing system gaps/Limitations</a:t>
                      </a:r>
                      <a:endParaRPr sz="1200" b="1" dirty="0">
                        <a:latin typeface="Calibri" panose="020F0502020204030204" pitchFamily="34" charset="0"/>
                        <a:cs typeface="Calibri" panose="020F0502020204030204" pitchFamily="34" charset="0"/>
                      </a:endParaRPr>
                    </a:p>
                  </a:txBody>
                  <a:tcPr marL="63500" marR="63500" marT="63500" marB="63500"/>
                </a:tc>
                <a:extLst>
                  <a:ext uri="{0D108BD9-81ED-4DB2-BD59-A6C34878D82A}">
                    <a16:rowId xmlns:a16="http://schemas.microsoft.com/office/drawing/2014/main" val="1073415735"/>
                  </a:ext>
                </a:extLst>
              </a:tr>
            </a:tbl>
          </a:graphicData>
        </a:graphic>
      </p:graphicFrame>
      <p:graphicFrame>
        <p:nvGraphicFramePr>
          <p:cNvPr id="3" name="Table 2">
            <a:extLst>
              <a:ext uri="{FF2B5EF4-FFF2-40B4-BE49-F238E27FC236}">
                <a16:creationId xmlns:a16="http://schemas.microsoft.com/office/drawing/2014/main" id="{F552E415-D384-2F81-90AF-D35825E246AC}"/>
              </a:ext>
            </a:extLst>
          </p:cNvPr>
          <p:cNvGraphicFramePr>
            <a:graphicFrameLocks noGrp="1"/>
          </p:cNvGraphicFramePr>
          <p:nvPr>
            <p:extLst>
              <p:ext uri="{D42A27DB-BD31-4B8C-83A1-F6EECF244321}">
                <p14:modId xmlns:p14="http://schemas.microsoft.com/office/powerpoint/2010/main" val="2623778706"/>
              </p:ext>
            </p:extLst>
          </p:nvPr>
        </p:nvGraphicFramePr>
        <p:xfrm>
          <a:off x="810491" y="1547161"/>
          <a:ext cx="7419111" cy="1931391"/>
        </p:xfrm>
        <a:graphic>
          <a:graphicData uri="http://schemas.openxmlformats.org/drawingml/2006/table">
            <a:tbl>
              <a:tblPr firstRow="1" bandRow="1"/>
              <a:tblGrid>
                <a:gridCol w="453550">
                  <a:extLst>
                    <a:ext uri="{9D8B030D-6E8A-4147-A177-3AD203B41FA5}">
                      <a16:colId xmlns:a16="http://schemas.microsoft.com/office/drawing/2014/main" val="2222632068"/>
                    </a:ext>
                  </a:extLst>
                </a:gridCol>
                <a:gridCol w="1018540">
                  <a:extLst>
                    <a:ext uri="{9D8B030D-6E8A-4147-A177-3AD203B41FA5}">
                      <a16:colId xmlns:a16="http://schemas.microsoft.com/office/drawing/2014/main" val="2648667708"/>
                    </a:ext>
                  </a:extLst>
                </a:gridCol>
                <a:gridCol w="834745">
                  <a:extLst>
                    <a:ext uri="{9D8B030D-6E8A-4147-A177-3AD203B41FA5}">
                      <a16:colId xmlns:a16="http://schemas.microsoft.com/office/drawing/2014/main" val="2658412511"/>
                    </a:ext>
                  </a:extLst>
                </a:gridCol>
                <a:gridCol w="834746">
                  <a:extLst>
                    <a:ext uri="{9D8B030D-6E8A-4147-A177-3AD203B41FA5}">
                      <a16:colId xmlns:a16="http://schemas.microsoft.com/office/drawing/2014/main" val="2378659352"/>
                    </a:ext>
                  </a:extLst>
                </a:gridCol>
                <a:gridCol w="693080">
                  <a:extLst>
                    <a:ext uri="{9D8B030D-6E8A-4147-A177-3AD203B41FA5}">
                      <a16:colId xmlns:a16="http://schemas.microsoft.com/office/drawing/2014/main" val="692602088"/>
                    </a:ext>
                  </a:extLst>
                </a:gridCol>
                <a:gridCol w="1765203">
                  <a:extLst>
                    <a:ext uri="{9D8B030D-6E8A-4147-A177-3AD203B41FA5}">
                      <a16:colId xmlns:a16="http://schemas.microsoft.com/office/drawing/2014/main" val="2120066694"/>
                    </a:ext>
                  </a:extLst>
                </a:gridCol>
                <a:gridCol w="1819247">
                  <a:extLst>
                    <a:ext uri="{9D8B030D-6E8A-4147-A177-3AD203B41FA5}">
                      <a16:colId xmlns:a16="http://schemas.microsoft.com/office/drawing/2014/main" val="2122761900"/>
                    </a:ext>
                  </a:extLst>
                </a:gridCol>
              </a:tblGrid>
              <a:tr h="1931391">
                <a:tc>
                  <a:txBody>
                    <a:bodyPr/>
                    <a:lstStyle/>
                    <a:p>
                      <a:r>
                        <a:rPr lang="en-IN" sz="1200" b="0" i="0" dirty="0">
                          <a:latin typeface="Times New Roman" panose="02020603050405020304" pitchFamily="18" charset="0"/>
                          <a:cs typeface="Times New Roman" panose="02020603050405020304" pitchFamily="18" charset="0"/>
                        </a:rPr>
                        <a:t>5</a:t>
                      </a:r>
                    </a:p>
                  </a:txBody>
                  <a:tcPr/>
                </a:tc>
                <a:tc>
                  <a:txBody>
                    <a:bodyPr/>
                    <a:lstStyle/>
                    <a:p>
                      <a:r>
                        <a:rPr lang="en-US" sz="1200" dirty="0">
                          <a:effectLst/>
                          <a:latin typeface="Calibri" panose="020F0502020204030204" pitchFamily="34" charset="0"/>
                          <a:cs typeface="Calibri" panose="020F0502020204030204" pitchFamily="34" charset="0"/>
                        </a:rPr>
                        <a:t>Efficiently Detecting and Analyzing Spam Reviews Using Live Data Feed</a:t>
                      </a:r>
                      <a:endParaRPr lang="en-IN" sz="1200" dirty="0">
                        <a:effectLst/>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dirty="0">
                          <a:effectLst/>
                          <a:latin typeface="Calibri" panose="020F0502020204030204" pitchFamily="34" charset="0"/>
                          <a:cs typeface="Calibri" panose="020F0502020204030204" pitchFamily="34" charset="0"/>
                        </a:rPr>
                        <a:t>Jyoti N. </a:t>
                      </a:r>
                      <a:r>
                        <a:rPr lang="en-IN" sz="1200" b="0" dirty="0" err="1">
                          <a:effectLst/>
                          <a:latin typeface="Calibri" panose="020F0502020204030204" pitchFamily="34" charset="0"/>
                          <a:cs typeface="Calibri" panose="020F0502020204030204" pitchFamily="34" charset="0"/>
                        </a:rPr>
                        <a:t>Nandimat,Bhavesh</a:t>
                      </a:r>
                      <a:r>
                        <a:rPr lang="en-IN" sz="1200" b="0" dirty="0">
                          <a:effectLst/>
                          <a:latin typeface="Calibri" panose="020F0502020204030204" pitchFamily="34" charset="0"/>
                          <a:cs typeface="Calibri" panose="020F0502020204030204" pitchFamily="34" charset="0"/>
                        </a:rPr>
                        <a:t> S. </a:t>
                      </a:r>
                      <a:r>
                        <a:rPr lang="en-IN" sz="1200" b="0" dirty="0" err="1">
                          <a:effectLst/>
                          <a:latin typeface="Calibri" panose="020F0502020204030204" pitchFamily="34" charset="0"/>
                          <a:cs typeface="Calibri" panose="020F0502020204030204" pitchFamily="34" charset="0"/>
                        </a:rPr>
                        <a:t>Katkar</a:t>
                      </a:r>
                      <a:r>
                        <a:rPr lang="en-IN" sz="1200" b="0" dirty="0">
                          <a:effectLst/>
                          <a:latin typeface="Calibri" panose="020F0502020204030204" pitchFamily="34" charset="0"/>
                          <a:cs typeface="Calibri" panose="020F0502020204030204" pitchFamily="34" charset="0"/>
                        </a:rPr>
                        <a:t>, Vikram U. Ghadge, Arjun N. </a:t>
                      </a:r>
                      <a:r>
                        <a:rPr lang="en-IN" sz="1200" b="0" dirty="0" err="1">
                          <a:effectLst/>
                          <a:latin typeface="Calibri" panose="020F0502020204030204" pitchFamily="34" charset="0"/>
                          <a:cs typeface="Calibri" panose="020F0502020204030204" pitchFamily="34" charset="0"/>
                        </a:rPr>
                        <a:t>Garad</a:t>
                      </a:r>
                      <a:endParaRPr lang="en-IN" sz="1200" b="0" dirty="0">
                        <a:effectLst/>
                        <a:latin typeface="Calibri" panose="020F0502020204030204" pitchFamily="34" charset="0"/>
                        <a:cs typeface="Calibri" panose="020F0502020204030204" pitchFamily="34" charset="0"/>
                      </a:endParaRPr>
                    </a:p>
                  </a:txBody>
                  <a:tcPr/>
                </a:tc>
                <a:tc>
                  <a:txBody>
                    <a:bodyPr/>
                    <a:lstStyle/>
                    <a:p>
                      <a:r>
                        <a:rPr lang="en-US" sz="1200" dirty="0">
                          <a:effectLst/>
                          <a:latin typeface="Calibri" panose="020F0502020204030204" pitchFamily="34" charset="0"/>
                          <a:cs typeface="Calibri" panose="020F0502020204030204" pitchFamily="34" charset="0"/>
                        </a:rPr>
                        <a:t>Filtration and Load Balancing Algorithm</a:t>
                      </a:r>
                      <a:endParaRPr lang="en-IN" sz="1200" dirty="0">
                        <a:effectLst/>
                        <a:latin typeface="Calibri" panose="020F0502020204030204" pitchFamily="34" charset="0"/>
                        <a:cs typeface="Calibri" panose="020F0502020204030204" pitchFamily="34" charset="0"/>
                      </a:endParaRPr>
                    </a:p>
                  </a:txBody>
                  <a:tcPr/>
                </a:tc>
                <a:tc>
                  <a:txBody>
                    <a:bodyPr/>
                    <a:lstStyle/>
                    <a:p>
                      <a:r>
                        <a:rPr lang="en-IN" sz="1200" dirty="0" err="1">
                          <a:effectLst/>
                          <a:latin typeface="Calibri" panose="020F0502020204030204" pitchFamily="34" charset="0"/>
                          <a:cs typeface="Calibri" panose="020F0502020204030204" pitchFamily="34" charset="0"/>
                        </a:rPr>
                        <a:t>Kaggle_R</a:t>
                      </a:r>
                      <a:endParaRPr lang="en-IN" sz="1200" dirty="0">
                        <a:effectLst/>
                        <a:latin typeface="Calibri" panose="020F0502020204030204" pitchFamily="34" charset="0"/>
                        <a:cs typeface="Calibri" panose="020F0502020204030204" pitchFamily="34" charset="0"/>
                      </a:endParaRPr>
                    </a:p>
                    <a:p>
                      <a:r>
                        <a:rPr lang="en-IN" sz="1200" dirty="0">
                          <a:effectLst/>
                          <a:latin typeface="Calibri" panose="020F0502020204030204" pitchFamily="34" charset="0"/>
                          <a:cs typeface="Calibri" panose="020F0502020204030204" pitchFamily="34" charset="0"/>
                        </a:rPr>
                        <a:t>dataset</a:t>
                      </a:r>
                    </a:p>
                  </a:txBody>
                  <a:tcPr/>
                </a:tc>
                <a:tc>
                  <a:txBody>
                    <a:bodyPr/>
                    <a:lstStyle/>
                    <a:p>
                      <a:pPr marL="0" indent="0">
                        <a:buFont typeface="Arial" panose="020B0604020202020204" pitchFamily="34" charset="0"/>
                        <a:buNone/>
                      </a:pPr>
                      <a:r>
                        <a:rPr lang="en-US" sz="1200" dirty="0">
                          <a:latin typeface="Calibri" panose="020F0502020204030204" pitchFamily="34" charset="0"/>
                          <a:cs typeface="Calibri" panose="020F0502020204030204" pitchFamily="34" charset="0"/>
                        </a:rPr>
                        <a:t>It involves some innovative modifications to enhance the efficiency and accuracy of the classifier. </a:t>
                      </a:r>
                    </a:p>
                    <a:p>
                      <a:pPr marL="0" indent="0">
                        <a:buFont typeface="Arial" panose="020B0604020202020204" pitchFamily="34" charset="0"/>
                        <a:buNone/>
                      </a:pPr>
                      <a:r>
                        <a:rPr lang="en-US" sz="1200" dirty="0">
                          <a:latin typeface="Calibri" panose="020F0502020204030204" pitchFamily="34" charset="0"/>
                          <a:cs typeface="Calibri" panose="020F0502020204030204" pitchFamily="34" charset="0"/>
                        </a:rPr>
                        <a:t>It provides an accurate credibility on the analysis of users product reviews</a:t>
                      </a:r>
                      <a:r>
                        <a:rPr lang="en-US" sz="1200" dirty="0"/>
                        <a:t>. </a:t>
                      </a:r>
                      <a:endParaRPr lang="en-US" sz="1200" b="0" i="0" dirty="0">
                        <a:latin typeface="Calibri" panose="020F0502020204030204" pitchFamily="34" charset="0"/>
                        <a:cs typeface="Calibri" panose="020F0502020204030204" pitchFamily="34" charset="0"/>
                      </a:endParaRPr>
                    </a:p>
                  </a:txBody>
                  <a:tcPr/>
                </a:tc>
                <a:tc>
                  <a:txBody>
                    <a:bodyPr/>
                    <a:lstStyle/>
                    <a:p>
                      <a:pPr marL="0" indent="0">
                        <a:buFont typeface="Arial" panose="020B0604020202020204" pitchFamily="34" charset="0"/>
                        <a:buNone/>
                      </a:pPr>
                      <a:r>
                        <a:rPr lang="en-US" sz="1200" dirty="0">
                          <a:latin typeface="Calibri" panose="020F0502020204030204" pitchFamily="34" charset="0"/>
                          <a:cs typeface="Calibri" panose="020F0502020204030204" pitchFamily="34" charset="0"/>
                        </a:rPr>
                        <a:t>Not Fit for Small Data</a:t>
                      </a:r>
                      <a:endParaRPr lang="en-IN" sz="1200" dirty="0">
                        <a:effectLst/>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985031687"/>
                  </a:ext>
                </a:extLst>
              </a:tr>
            </a:tbl>
          </a:graphicData>
        </a:graphic>
      </p:graphicFrame>
    </p:spTree>
    <p:extLst>
      <p:ext uri="{BB962C8B-B14F-4D97-AF65-F5344CB8AC3E}">
        <p14:creationId xmlns:p14="http://schemas.microsoft.com/office/powerpoint/2010/main" val="141687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C54C232-099C-9E25-C3AA-34986A40D84C}"/>
              </a:ext>
            </a:extLst>
          </p:cNvPr>
          <p:cNvGraphicFramePr>
            <a:graphicFrameLocks noGrp="1"/>
          </p:cNvGraphicFramePr>
          <p:nvPr>
            <p:extLst>
              <p:ext uri="{D42A27DB-BD31-4B8C-83A1-F6EECF244321}">
                <p14:modId xmlns:p14="http://schemas.microsoft.com/office/powerpoint/2010/main" val="228256050"/>
              </p:ext>
            </p:extLst>
          </p:nvPr>
        </p:nvGraphicFramePr>
        <p:xfrm>
          <a:off x="810492" y="1054401"/>
          <a:ext cx="7419110" cy="492760"/>
        </p:xfrm>
        <a:graphic>
          <a:graphicData uri="http://schemas.openxmlformats.org/drawingml/2006/table">
            <a:tbl>
              <a:tblPr>
                <a:noFill/>
              </a:tblPr>
              <a:tblGrid>
                <a:gridCol w="453549">
                  <a:extLst>
                    <a:ext uri="{9D8B030D-6E8A-4147-A177-3AD203B41FA5}">
                      <a16:colId xmlns:a16="http://schemas.microsoft.com/office/drawing/2014/main" val="2256062539"/>
                    </a:ext>
                  </a:extLst>
                </a:gridCol>
                <a:gridCol w="1018541">
                  <a:extLst>
                    <a:ext uri="{9D8B030D-6E8A-4147-A177-3AD203B41FA5}">
                      <a16:colId xmlns:a16="http://schemas.microsoft.com/office/drawing/2014/main" val="1096938215"/>
                    </a:ext>
                  </a:extLst>
                </a:gridCol>
                <a:gridCol w="834744">
                  <a:extLst>
                    <a:ext uri="{9D8B030D-6E8A-4147-A177-3AD203B41FA5}">
                      <a16:colId xmlns:a16="http://schemas.microsoft.com/office/drawing/2014/main" val="4035451415"/>
                    </a:ext>
                  </a:extLst>
                </a:gridCol>
                <a:gridCol w="834744">
                  <a:extLst>
                    <a:ext uri="{9D8B030D-6E8A-4147-A177-3AD203B41FA5}">
                      <a16:colId xmlns:a16="http://schemas.microsoft.com/office/drawing/2014/main" val="1730557759"/>
                    </a:ext>
                  </a:extLst>
                </a:gridCol>
                <a:gridCol w="696897">
                  <a:extLst>
                    <a:ext uri="{9D8B030D-6E8A-4147-A177-3AD203B41FA5}">
                      <a16:colId xmlns:a16="http://schemas.microsoft.com/office/drawing/2014/main" val="3343621124"/>
                    </a:ext>
                  </a:extLst>
                </a:gridCol>
                <a:gridCol w="1761388">
                  <a:extLst>
                    <a:ext uri="{9D8B030D-6E8A-4147-A177-3AD203B41FA5}">
                      <a16:colId xmlns:a16="http://schemas.microsoft.com/office/drawing/2014/main" val="2965835178"/>
                    </a:ext>
                  </a:extLst>
                </a:gridCol>
                <a:gridCol w="1819247">
                  <a:extLst>
                    <a:ext uri="{9D8B030D-6E8A-4147-A177-3AD203B41FA5}">
                      <a16:colId xmlns:a16="http://schemas.microsoft.com/office/drawing/2014/main" val="252340040"/>
                    </a:ext>
                  </a:extLst>
                </a:gridCol>
              </a:tblGrid>
              <a:tr h="412000">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Sno</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Title</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Author</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Methodology Used</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Data Sets</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Advantages of Existing system </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Existing system gaps/Limitations</a:t>
                      </a:r>
                      <a:endParaRPr sz="1200" b="1" dirty="0">
                        <a:latin typeface="Calibri" panose="020F0502020204030204" pitchFamily="34" charset="0"/>
                        <a:cs typeface="Calibri" panose="020F0502020204030204" pitchFamily="34" charset="0"/>
                      </a:endParaRPr>
                    </a:p>
                  </a:txBody>
                  <a:tcPr marL="63500" marR="63500" marT="63500" marB="63500"/>
                </a:tc>
                <a:extLst>
                  <a:ext uri="{0D108BD9-81ED-4DB2-BD59-A6C34878D82A}">
                    <a16:rowId xmlns:a16="http://schemas.microsoft.com/office/drawing/2014/main" val="1073415735"/>
                  </a:ext>
                </a:extLst>
              </a:tr>
            </a:tbl>
          </a:graphicData>
        </a:graphic>
      </p:graphicFrame>
      <p:graphicFrame>
        <p:nvGraphicFramePr>
          <p:cNvPr id="3" name="Table 2">
            <a:extLst>
              <a:ext uri="{FF2B5EF4-FFF2-40B4-BE49-F238E27FC236}">
                <a16:creationId xmlns:a16="http://schemas.microsoft.com/office/drawing/2014/main" id="{0CE4FEF4-B1CA-DF25-8488-AE03C1B2C3F7}"/>
              </a:ext>
            </a:extLst>
          </p:cNvPr>
          <p:cNvGraphicFramePr>
            <a:graphicFrameLocks noGrp="1"/>
          </p:cNvGraphicFramePr>
          <p:nvPr>
            <p:extLst>
              <p:ext uri="{D42A27DB-BD31-4B8C-83A1-F6EECF244321}">
                <p14:modId xmlns:p14="http://schemas.microsoft.com/office/powerpoint/2010/main" val="4145219527"/>
              </p:ext>
            </p:extLst>
          </p:nvPr>
        </p:nvGraphicFramePr>
        <p:xfrm>
          <a:off x="810491" y="1547161"/>
          <a:ext cx="7419111" cy="1931391"/>
        </p:xfrm>
        <a:graphic>
          <a:graphicData uri="http://schemas.openxmlformats.org/drawingml/2006/table">
            <a:tbl>
              <a:tblPr firstRow="1" bandRow="1"/>
              <a:tblGrid>
                <a:gridCol w="453550">
                  <a:extLst>
                    <a:ext uri="{9D8B030D-6E8A-4147-A177-3AD203B41FA5}">
                      <a16:colId xmlns:a16="http://schemas.microsoft.com/office/drawing/2014/main" val="2222632068"/>
                    </a:ext>
                  </a:extLst>
                </a:gridCol>
                <a:gridCol w="1018540">
                  <a:extLst>
                    <a:ext uri="{9D8B030D-6E8A-4147-A177-3AD203B41FA5}">
                      <a16:colId xmlns:a16="http://schemas.microsoft.com/office/drawing/2014/main" val="2648667708"/>
                    </a:ext>
                  </a:extLst>
                </a:gridCol>
                <a:gridCol w="834745">
                  <a:extLst>
                    <a:ext uri="{9D8B030D-6E8A-4147-A177-3AD203B41FA5}">
                      <a16:colId xmlns:a16="http://schemas.microsoft.com/office/drawing/2014/main" val="2658412511"/>
                    </a:ext>
                  </a:extLst>
                </a:gridCol>
                <a:gridCol w="834746">
                  <a:extLst>
                    <a:ext uri="{9D8B030D-6E8A-4147-A177-3AD203B41FA5}">
                      <a16:colId xmlns:a16="http://schemas.microsoft.com/office/drawing/2014/main" val="2378659352"/>
                    </a:ext>
                  </a:extLst>
                </a:gridCol>
                <a:gridCol w="696893">
                  <a:extLst>
                    <a:ext uri="{9D8B030D-6E8A-4147-A177-3AD203B41FA5}">
                      <a16:colId xmlns:a16="http://schemas.microsoft.com/office/drawing/2014/main" val="692602088"/>
                    </a:ext>
                  </a:extLst>
                </a:gridCol>
                <a:gridCol w="1761390">
                  <a:extLst>
                    <a:ext uri="{9D8B030D-6E8A-4147-A177-3AD203B41FA5}">
                      <a16:colId xmlns:a16="http://schemas.microsoft.com/office/drawing/2014/main" val="2120066694"/>
                    </a:ext>
                  </a:extLst>
                </a:gridCol>
                <a:gridCol w="1819247">
                  <a:extLst>
                    <a:ext uri="{9D8B030D-6E8A-4147-A177-3AD203B41FA5}">
                      <a16:colId xmlns:a16="http://schemas.microsoft.com/office/drawing/2014/main" val="2122761900"/>
                    </a:ext>
                  </a:extLst>
                </a:gridCol>
              </a:tblGrid>
              <a:tr h="1931391">
                <a:tc>
                  <a:txBody>
                    <a:bodyPr/>
                    <a:lstStyle/>
                    <a:p>
                      <a:r>
                        <a:rPr lang="en-IN" sz="1200" b="0" i="0" dirty="0">
                          <a:latin typeface="Times New Roman" panose="02020603050405020304" pitchFamily="18" charset="0"/>
                          <a:cs typeface="Times New Roman" panose="02020603050405020304" pitchFamily="18" charset="0"/>
                        </a:rPr>
                        <a:t>6</a:t>
                      </a:r>
                    </a:p>
                  </a:txBody>
                  <a:tcPr/>
                </a:tc>
                <a:tc>
                  <a:txBody>
                    <a:bodyPr/>
                    <a:lstStyle/>
                    <a:p>
                      <a:r>
                        <a:rPr lang="en-US"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Detecting Malwares and Search Rank Fraud  Using Rabin Karp Algorithm</a:t>
                      </a:r>
                      <a:endParaRPr lang="en-IN" sz="1200" dirty="0">
                        <a:effectLst/>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i-FI"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Keerthana,  Shaistha Tabasum , Sivasankari.K</a:t>
                      </a:r>
                      <a:endParaRPr lang="en-IN" sz="1200" b="0" dirty="0">
                        <a:effectLst/>
                        <a:latin typeface="Calibri" panose="020F0502020204030204" pitchFamily="34" charset="0"/>
                        <a:cs typeface="Calibri" panose="020F0502020204030204" pitchFamily="34" charset="0"/>
                      </a:endParaRPr>
                    </a:p>
                  </a:txBody>
                  <a:tcPr/>
                </a:tc>
                <a:tc>
                  <a:txBody>
                    <a:bodyPr/>
                    <a:lstStyle/>
                    <a:p>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RABIN KARP ALGORITHM</a:t>
                      </a:r>
                      <a:endParaRPr lang="en-IN" sz="1200" dirty="0">
                        <a:effectLst/>
                        <a:latin typeface="Calibri" panose="020F0502020204030204" pitchFamily="34" charset="0"/>
                        <a:cs typeface="Calibri" panose="020F0502020204030204" pitchFamily="34" charset="0"/>
                      </a:endParaRPr>
                    </a:p>
                  </a:txBody>
                  <a:tcPr/>
                </a:tc>
                <a:tc>
                  <a:txBody>
                    <a:bodyPr/>
                    <a:lstStyle/>
                    <a:p>
                      <a:r>
                        <a:rPr lang="en-IN" sz="1200" b="0" i="0" u="none" strike="noStrike" cap="none" dirty="0" err="1">
                          <a:solidFill>
                            <a:schemeClr val="tx1"/>
                          </a:solidFill>
                          <a:effectLst/>
                          <a:latin typeface="Calibri" panose="020F0502020204030204" pitchFamily="34" charset="0"/>
                          <a:ea typeface="+mn-ea"/>
                          <a:cs typeface="Calibri" panose="020F0502020204030204" pitchFamily="34" charset="0"/>
                          <a:sym typeface="Arial"/>
                        </a:rPr>
                        <a:t>Kaggle_R</a:t>
                      </a:r>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 dataset</a:t>
                      </a:r>
                      <a:endParaRPr lang="en-IN" sz="1200" dirty="0">
                        <a:effectLst/>
                        <a:latin typeface="Calibri" panose="020F0502020204030204" pitchFamily="34" charset="0"/>
                        <a:cs typeface="Calibri" panose="020F0502020204030204" pitchFamily="34" charset="0"/>
                      </a:endParaRPr>
                    </a:p>
                  </a:txBody>
                  <a:tcPr/>
                </a:tc>
                <a:tc>
                  <a:txBody>
                    <a:bodyPr/>
                    <a:lstStyle/>
                    <a:p>
                      <a:pPr marL="0" indent="0">
                        <a:buFont typeface="Arial" panose="020B0604020202020204" pitchFamily="34" charset="0"/>
                        <a:buNone/>
                      </a:pPr>
                      <a:r>
                        <a:rPr lang="en-IN" sz="1200" b="0" i="0" dirty="0">
                          <a:latin typeface="Calibri" panose="020F0502020204030204" pitchFamily="34" charset="0"/>
                          <a:cs typeface="Calibri" panose="020F0502020204030204" pitchFamily="34" charset="0"/>
                        </a:rPr>
                        <a:t>It find outs the quality of the reviews and also creates a differentiator between them</a:t>
                      </a:r>
                    </a:p>
                  </a:txBody>
                  <a:tcPr/>
                </a:tc>
                <a:tc>
                  <a:txBody>
                    <a:bodyPr/>
                    <a:lstStyle/>
                    <a:p>
                      <a:pPr marL="0" indent="0">
                        <a:buFont typeface="Arial" panose="020B0604020202020204" pitchFamily="34" charset="0"/>
                        <a:buNone/>
                      </a:pPr>
                      <a:r>
                        <a:rPr lang="en-US"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Spurious Hit increases the worst-case complexity of the algorithm</a:t>
                      </a:r>
                      <a:endParaRPr lang="en-IN" sz="1200" dirty="0">
                        <a:effectLst/>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985031687"/>
                  </a:ext>
                </a:extLst>
              </a:tr>
            </a:tbl>
          </a:graphicData>
        </a:graphic>
      </p:graphicFrame>
    </p:spTree>
    <p:extLst>
      <p:ext uri="{BB962C8B-B14F-4D97-AF65-F5344CB8AC3E}">
        <p14:creationId xmlns:p14="http://schemas.microsoft.com/office/powerpoint/2010/main" val="2173528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F940268-FDBD-4F92-7CD6-D0495757B156}"/>
              </a:ext>
            </a:extLst>
          </p:cNvPr>
          <p:cNvGraphicFramePr>
            <a:graphicFrameLocks noGrp="1"/>
          </p:cNvGraphicFramePr>
          <p:nvPr>
            <p:extLst>
              <p:ext uri="{D42A27DB-BD31-4B8C-83A1-F6EECF244321}">
                <p14:modId xmlns:p14="http://schemas.microsoft.com/office/powerpoint/2010/main" val="228256050"/>
              </p:ext>
            </p:extLst>
          </p:nvPr>
        </p:nvGraphicFramePr>
        <p:xfrm>
          <a:off x="810492" y="1054401"/>
          <a:ext cx="7419110" cy="492760"/>
        </p:xfrm>
        <a:graphic>
          <a:graphicData uri="http://schemas.openxmlformats.org/drawingml/2006/table">
            <a:tbl>
              <a:tblPr>
                <a:noFill/>
              </a:tblPr>
              <a:tblGrid>
                <a:gridCol w="453549">
                  <a:extLst>
                    <a:ext uri="{9D8B030D-6E8A-4147-A177-3AD203B41FA5}">
                      <a16:colId xmlns:a16="http://schemas.microsoft.com/office/drawing/2014/main" val="2256062539"/>
                    </a:ext>
                  </a:extLst>
                </a:gridCol>
                <a:gridCol w="1018541">
                  <a:extLst>
                    <a:ext uri="{9D8B030D-6E8A-4147-A177-3AD203B41FA5}">
                      <a16:colId xmlns:a16="http://schemas.microsoft.com/office/drawing/2014/main" val="1096938215"/>
                    </a:ext>
                  </a:extLst>
                </a:gridCol>
                <a:gridCol w="834744">
                  <a:extLst>
                    <a:ext uri="{9D8B030D-6E8A-4147-A177-3AD203B41FA5}">
                      <a16:colId xmlns:a16="http://schemas.microsoft.com/office/drawing/2014/main" val="4035451415"/>
                    </a:ext>
                  </a:extLst>
                </a:gridCol>
                <a:gridCol w="834744">
                  <a:extLst>
                    <a:ext uri="{9D8B030D-6E8A-4147-A177-3AD203B41FA5}">
                      <a16:colId xmlns:a16="http://schemas.microsoft.com/office/drawing/2014/main" val="1730557759"/>
                    </a:ext>
                  </a:extLst>
                </a:gridCol>
                <a:gridCol w="696897">
                  <a:extLst>
                    <a:ext uri="{9D8B030D-6E8A-4147-A177-3AD203B41FA5}">
                      <a16:colId xmlns:a16="http://schemas.microsoft.com/office/drawing/2014/main" val="3343621124"/>
                    </a:ext>
                  </a:extLst>
                </a:gridCol>
                <a:gridCol w="1761388">
                  <a:extLst>
                    <a:ext uri="{9D8B030D-6E8A-4147-A177-3AD203B41FA5}">
                      <a16:colId xmlns:a16="http://schemas.microsoft.com/office/drawing/2014/main" val="2965835178"/>
                    </a:ext>
                  </a:extLst>
                </a:gridCol>
                <a:gridCol w="1819247">
                  <a:extLst>
                    <a:ext uri="{9D8B030D-6E8A-4147-A177-3AD203B41FA5}">
                      <a16:colId xmlns:a16="http://schemas.microsoft.com/office/drawing/2014/main" val="252340040"/>
                    </a:ext>
                  </a:extLst>
                </a:gridCol>
              </a:tblGrid>
              <a:tr h="412000">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Sno</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Title</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Author</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Methodology Used</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Data Sets</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Advantages of Existing system </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Existing system gaps/Limitations</a:t>
                      </a:r>
                      <a:endParaRPr sz="1200" b="1" dirty="0">
                        <a:latin typeface="Calibri" panose="020F0502020204030204" pitchFamily="34" charset="0"/>
                        <a:cs typeface="Calibri" panose="020F0502020204030204" pitchFamily="34" charset="0"/>
                      </a:endParaRPr>
                    </a:p>
                  </a:txBody>
                  <a:tcPr marL="63500" marR="63500" marT="63500" marB="63500"/>
                </a:tc>
                <a:extLst>
                  <a:ext uri="{0D108BD9-81ED-4DB2-BD59-A6C34878D82A}">
                    <a16:rowId xmlns:a16="http://schemas.microsoft.com/office/drawing/2014/main" val="1073415735"/>
                  </a:ext>
                </a:extLst>
              </a:tr>
            </a:tbl>
          </a:graphicData>
        </a:graphic>
      </p:graphicFrame>
      <p:graphicFrame>
        <p:nvGraphicFramePr>
          <p:cNvPr id="3" name="Table 2">
            <a:extLst>
              <a:ext uri="{FF2B5EF4-FFF2-40B4-BE49-F238E27FC236}">
                <a16:creationId xmlns:a16="http://schemas.microsoft.com/office/drawing/2014/main" id="{1ABCAFFF-0200-5EF0-57E4-633612C9D090}"/>
              </a:ext>
            </a:extLst>
          </p:cNvPr>
          <p:cNvGraphicFramePr>
            <a:graphicFrameLocks noGrp="1"/>
          </p:cNvGraphicFramePr>
          <p:nvPr>
            <p:extLst>
              <p:ext uri="{D42A27DB-BD31-4B8C-83A1-F6EECF244321}">
                <p14:modId xmlns:p14="http://schemas.microsoft.com/office/powerpoint/2010/main" val="1742255901"/>
              </p:ext>
            </p:extLst>
          </p:nvPr>
        </p:nvGraphicFramePr>
        <p:xfrm>
          <a:off x="810491" y="1547161"/>
          <a:ext cx="7419111" cy="1931391"/>
        </p:xfrm>
        <a:graphic>
          <a:graphicData uri="http://schemas.openxmlformats.org/drawingml/2006/table">
            <a:tbl>
              <a:tblPr firstRow="1" bandRow="1"/>
              <a:tblGrid>
                <a:gridCol w="453550">
                  <a:extLst>
                    <a:ext uri="{9D8B030D-6E8A-4147-A177-3AD203B41FA5}">
                      <a16:colId xmlns:a16="http://schemas.microsoft.com/office/drawing/2014/main" val="2222632068"/>
                    </a:ext>
                  </a:extLst>
                </a:gridCol>
                <a:gridCol w="1018540">
                  <a:extLst>
                    <a:ext uri="{9D8B030D-6E8A-4147-A177-3AD203B41FA5}">
                      <a16:colId xmlns:a16="http://schemas.microsoft.com/office/drawing/2014/main" val="2648667708"/>
                    </a:ext>
                  </a:extLst>
                </a:gridCol>
                <a:gridCol w="834745">
                  <a:extLst>
                    <a:ext uri="{9D8B030D-6E8A-4147-A177-3AD203B41FA5}">
                      <a16:colId xmlns:a16="http://schemas.microsoft.com/office/drawing/2014/main" val="2658412511"/>
                    </a:ext>
                  </a:extLst>
                </a:gridCol>
                <a:gridCol w="834746">
                  <a:extLst>
                    <a:ext uri="{9D8B030D-6E8A-4147-A177-3AD203B41FA5}">
                      <a16:colId xmlns:a16="http://schemas.microsoft.com/office/drawing/2014/main" val="2378659352"/>
                    </a:ext>
                  </a:extLst>
                </a:gridCol>
                <a:gridCol w="696893">
                  <a:extLst>
                    <a:ext uri="{9D8B030D-6E8A-4147-A177-3AD203B41FA5}">
                      <a16:colId xmlns:a16="http://schemas.microsoft.com/office/drawing/2014/main" val="692602088"/>
                    </a:ext>
                  </a:extLst>
                </a:gridCol>
                <a:gridCol w="1761390">
                  <a:extLst>
                    <a:ext uri="{9D8B030D-6E8A-4147-A177-3AD203B41FA5}">
                      <a16:colId xmlns:a16="http://schemas.microsoft.com/office/drawing/2014/main" val="2120066694"/>
                    </a:ext>
                  </a:extLst>
                </a:gridCol>
                <a:gridCol w="1819247">
                  <a:extLst>
                    <a:ext uri="{9D8B030D-6E8A-4147-A177-3AD203B41FA5}">
                      <a16:colId xmlns:a16="http://schemas.microsoft.com/office/drawing/2014/main" val="2122761900"/>
                    </a:ext>
                  </a:extLst>
                </a:gridCol>
              </a:tblGrid>
              <a:tr h="1931391">
                <a:tc>
                  <a:txBody>
                    <a:bodyPr/>
                    <a:lstStyle/>
                    <a:p>
                      <a:r>
                        <a:rPr lang="en-IN" sz="1200" b="0" i="0" dirty="0">
                          <a:latin typeface="Calibri" panose="020F0502020204030204" pitchFamily="34" charset="0"/>
                          <a:cs typeface="Calibri" panose="020F0502020204030204" pitchFamily="34" charset="0"/>
                        </a:rPr>
                        <a:t>7</a:t>
                      </a:r>
                    </a:p>
                  </a:txBody>
                  <a:tcPr/>
                </a:tc>
                <a:tc>
                  <a:txBody>
                    <a:bodyPr/>
                    <a:lstStyle/>
                    <a:p>
                      <a:r>
                        <a:rPr lang="en-US"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Search Rank Fraud and Malware Detection in Google Play store</a:t>
                      </a:r>
                      <a:endParaRPr lang="en-IN" sz="1200" dirty="0">
                        <a:effectLst/>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Mahmudur Rahman, </a:t>
                      </a:r>
                      <a:r>
                        <a:rPr lang="en-IN" sz="1200" b="0" i="0" u="none" strike="noStrike" cap="none" dirty="0" err="1">
                          <a:solidFill>
                            <a:schemeClr val="tx1"/>
                          </a:solidFill>
                          <a:effectLst/>
                          <a:latin typeface="Calibri" panose="020F0502020204030204" pitchFamily="34" charset="0"/>
                          <a:ea typeface="+mn-ea"/>
                          <a:cs typeface="Calibri" panose="020F0502020204030204" pitchFamily="34" charset="0"/>
                          <a:sym typeface="Arial"/>
                        </a:rPr>
                        <a:t>Mizanur</a:t>
                      </a:r>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 Rahman, Bogdan </a:t>
                      </a:r>
                      <a:r>
                        <a:rPr lang="en-IN" sz="1200" b="0" i="0" u="none" strike="noStrike" cap="none" dirty="0" err="1">
                          <a:solidFill>
                            <a:schemeClr val="tx1"/>
                          </a:solidFill>
                          <a:effectLst/>
                          <a:latin typeface="Calibri" panose="020F0502020204030204" pitchFamily="34" charset="0"/>
                          <a:ea typeface="+mn-ea"/>
                          <a:cs typeface="Calibri" panose="020F0502020204030204" pitchFamily="34" charset="0"/>
                          <a:sym typeface="Arial"/>
                        </a:rPr>
                        <a:t>Carbunar</a:t>
                      </a:r>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 and </a:t>
                      </a:r>
                      <a:r>
                        <a:rPr lang="en-IN" sz="1200" b="0" i="0" u="none" strike="noStrike" cap="none" dirty="0" err="1">
                          <a:solidFill>
                            <a:schemeClr val="tx1"/>
                          </a:solidFill>
                          <a:effectLst/>
                          <a:latin typeface="Calibri" panose="020F0502020204030204" pitchFamily="34" charset="0"/>
                          <a:ea typeface="+mn-ea"/>
                          <a:cs typeface="Calibri" panose="020F0502020204030204" pitchFamily="34" charset="0"/>
                          <a:sym typeface="Arial"/>
                        </a:rPr>
                        <a:t>Duen</a:t>
                      </a:r>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 </a:t>
                      </a:r>
                      <a:r>
                        <a:rPr lang="en-IN" sz="1200" b="0" i="0" u="none" strike="noStrike" cap="none" dirty="0" err="1">
                          <a:solidFill>
                            <a:schemeClr val="tx1"/>
                          </a:solidFill>
                          <a:effectLst/>
                          <a:latin typeface="Calibri" panose="020F0502020204030204" pitchFamily="34" charset="0"/>
                          <a:ea typeface="+mn-ea"/>
                          <a:cs typeface="Calibri" panose="020F0502020204030204" pitchFamily="34" charset="0"/>
                          <a:sym typeface="Arial"/>
                        </a:rPr>
                        <a:t>Horng</a:t>
                      </a:r>
                      <a:r>
                        <a:rPr lang="en-IN"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 Chau</a:t>
                      </a:r>
                      <a:endParaRPr lang="en-IN" sz="1200" b="0" dirty="0">
                        <a:effectLst/>
                        <a:latin typeface="Calibri" panose="020F0502020204030204" pitchFamily="34" charset="0"/>
                        <a:cs typeface="Calibri" panose="020F0502020204030204" pitchFamily="34" charset="0"/>
                      </a:endParaRPr>
                    </a:p>
                  </a:txBody>
                  <a:tcPr/>
                </a:tc>
                <a:tc>
                  <a:txBody>
                    <a:bodyPr/>
                    <a:lstStyle/>
                    <a:p>
                      <a:r>
                        <a:rPr lang="en-US"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SVM and Naive Bayes algorithm</a:t>
                      </a:r>
                      <a:endParaRPr lang="en-IN" sz="1200" dirty="0">
                        <a:effectLst/>
                        <a:latin typeface="Calibri" panose="020F0502020204030204" pitchFamily="34" charset="0"/>
                        <a:cs typeface="Calibri" panose="020F0502020204030204" pitchFamily="34" charset="0"/>
                      </a:endParaRPr>
                    </a:p>
                  </a:txBody>
                  <a:tcPr/>
                </a:tc>
                <a:tc>
                  <a:txBody>
                    <a:bodyPr/>
                    <a:lstStyle/>
                    <a:p>
                      <a:r>
                        <a:rPr lang="en-IN" sz="1200" dirty="0" err="1">
                          <a:effectLst/>
                          <a:latin typeface="Calibri" panose="020F0502020204030204" pitchFamily="34" charset="0"/>
                          <a:cs typeface="Calibri" panose="020F0502020204030204" pitchFamily="34" charset="0"/>
                        </a:rPr>
                        <a:t>Kaggle_R</a:t>
                      </a:r>
                      <a:endParaRPr lang="en-IN" sz="1200" dirty="0">
                        <a:effectLst/>
                        <a:latin typeface="Calibri" panose="020F0502020204030204" pitchFamily="34" charset="0"/>
                        <a:cs typeface="Calibri" panose="020F0502020204030204" pitchFamily="34" charset="0"/>
                      </a:endParaRPr>
                    </a:p>
                    <a:p>
                      <a:r>
                        <a:rPr lang="en-IN" sz="1200" dirty="0">
                          <a:effectLst/>
                          <a:latin typeface="Calibri" panose="020F0502020204030204" pitchFamily="34" charset="0"/>
                          <a:cs typeface="Calibri" panose="020F0502020204030204" pitchFamily="34" charset="0"/>
                        </a:rPr>
                        <a:t>dataset</a:t>
                      </a:r>
                    </a:p>
                  </a:txBody>
                  <a:tcPr/>
                </a:tc>
                <a:tc>
                  <a:txBody>
                    <a:bodyPr/>
                    <a:lstStyle/>
                    <a:p>
                      <a:pPr marL="0" indent="0">
                        <a:buFont typeface="Arial" panose="020B0604020202020204" pitchFamily="34" charset="0"/>
                        <a:buNone/>
                      </a:pPr>
                      <a:r>
                        <a:rPr lang="en-US" sz="1200" b="0" i="0" dirty="0" err="1">
                          <a:latin typeface="Calibri" panose="020F0502020204030204" pitchFamily="34" charset="0"/>
                          <a:cs typeface="Calibri" panose="020F0502020204030204" pitchFamily="34" charset="0"/>
                        </a:rPr>
                        <a:t>FairPlay</a:t>
                      </a:r>
                      <a:r>
                        <a:rPr lang="en-US" sz="1200" b="0" i="0" dirty="0">
                          <a:latin typeface="Calibri" panose="020F0502020204030204" pitchFamily="34" charset="0"/>
                          <a:cs typeface="Calibri" panose="020F0502020204030204" pitchFamily="34" charset="0"/>
                        </a:rPr>
                        <a:t> achieves over 97% accuracy in classifying fraudulent and benign apps, and over 95% accuracy in classifying malware and benign apps.</a:t>
                      </a:r>
                      <a:endParaRPr lang="en-IN" sz="1200" b="0" i="0" dirty="0">
                        <a:latin typeface="Calibri" panose="020F0502020204030204" pitchFamily="34" charset="0"/>
                        <a:cs typeface="Calibri" panose="020F0502020204030204" pitchFamily="34" charset="0"/>
                      </a:endParaRPr>
                    </a:p>
                  </a:txBody>
                  <a:tcPr/>
                </a:tc>
                <a:tc>
                  <a:txBody>
                    <a:bodyPr/>
                    <a:lstStyle/>
                    <a:p>
                      <a:pPr marL="171450" indent="-171450">
                        <a:buFont typeface="Arial" panose="020B0604020202020204" pitchFamily="34" charset="0"/>
                        <a:buChar char="•"/>
                      </a:pPr>
                      <a:r>
                        <a:rPr lang="en-US" sz="1200" dirty="0">
                          <a:effectLst/>
                          <a:latin typeface="Calibri" panose="020F0502020204030204" pitchFamily="34" charset="0"/>
                          <a:cs typeface="Calibri" panose="020F0502020204030204" pitchFamily="34" charset="0"/>
                        </a:rPr>
                        <a:t>Lower percentage of detection rate</a:t>
                      </a:r>
                    </a:p>
                    <a:p>
                      <a:pPr marL="171450" indent="-171450">
                        <a:buFont typeface="Arial" panose="020B0604020202020204" pitchFamily="34" charset="0"/>
                        <a:buChar char="•"/>
                      </a:pPr>
                      <a:endParaRPr lang="en-US" sz="1200" dirty="0">
                        <a:effectLst/>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dirty="0">
                          <a:effectLst/>
                          <a:latin typeface="Calibri" panose="020F0502020204030204" pitchFamily="34" charset="0"/>
                          <a:cs typeface="Calibri" panose="020F0502020204030204" pitchFamily="34" charset="0"/>
                        </a:rPr>
                        <a:t>Takes more time</a:t>
                      </a:r>
                      <a:endParaRPr lang="en-IN" sz="1200" dirty="0">
                        <a:effectLst/>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985031687"/>
                  </a:ext>
                </a:extLst>
              </a:tr>
            </a:tbl>
          </a:graphicData>
        </a:graphic>
      </p:graphicFrame>
    </p:spTree>
    <p:extLst>
      <p:ext uri="{BB962C8B-B14F-4D97-AF65-F5344CB8AC3E}">
        <p14:creationId xmlns:p14="http://schemas.microsoft.com/office/powerpoint/2010/main" val="3343952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E78D028-C58D-F0FA-FC22-D2A41971E135}"/>
              </a:ext>
            </a:extLst>
          </p:cNvPr>
          <p:cNvGraphicFramePr>
            <a:graphicFrameLocks noGrp="1"/>
          </p:cNvGraphicFramePr>
          <p:nvPr>
            <p:extLst>
              <p:ext uri="{D42A27DB-BD31-4B8C-83A1-F6EECF244321}">
                <p14:modId xmlns:p14="http://schemas.microsoft.com/office/powerpoint/2010/main" val="2006058408"/>
              </p:ext>
            </p:extLst>
          </p:nvPr>
        </p:nvGraphicFramePr>
        <p:xfrm>
          <a:off x="810492" y="1054401"/>
          <a:ext cx="7419110" cy="492760"/>
        </p:xfrm>
        <a:graphic>
          <a:graphicData uri="http://schemas.openxmlformats.org/drawingml/2006/table">
            <a:tbl>
              <a:tblPr>
                <a:noFill/>
              </a:tblPr>
              <a:tblGrid>
                <a:gridCol w="453549">
                  <a:extLst>
                    <a:ext uri="{9D8B030D-6E8A-4147-A177-3AD203B41FA5}">
                      <a16:colId xmlns:a16="http://schemas.microsoft.com/office/drawing/2014/main" val="2256062539"/>
                    </a:ext>
                  </a:extLst>
                </a:gridCol>
                <a:gridCol w="1018541">
                  <a:extLst>
                    <a:ext uri="{9D8B030D-6E8A-4147-A177-3AD203B41FA5}">
                      <a16:colId xmlns:a16="http://schemas.microsoft.com/office/drawing/2014/main" val="1096938215"/>
                    </a:ext>
                  </a:extLst>
                </a:gridCol>
                <a:gridCol w="834744">
                  <a:extLst>
                    <a:ext uri="{9D8B030D-6E8A-4147-A177-3AD203B41FA5}">
                      <a16:colId xmlns:a16="http://schemas.microsoft.com/office/drawing/2014/main" val="4035451415"/>
                    </a:ext>
                  </a:extLst>
                </a:gridCol>
                <a:gridCol w="834744">
                  <a:extLst>
                    <a:ext uri="{9D8B030D-6E8A-4147-A177-3AD203B41FA5}">
                      <a16:colId xmlns:a16="http://schemas.microsoft.com/office/drawing/2014/main" val="1730557759"/>
                    </a:ext>
                  </a:extLst>
                </a:gridCol>
                <a:gridCol w="696897">
                  <a:extLst>
                    <a:ext uri="{9D8B030D-6E8A-4147-A177-3AD203B41FA5}">
                      <a16:colId xmlns:a16="http://schemas.microsoft.com/office/drawing/2014/main" val="3343621124"/>
                    </a:ext>
                  </a:extLst>
                </a:gridCol>
                <a:gridCol w="1761388">
                  <a:extLst>
                    <a:ext uri="{9D8B030D-6E8A-4147-A177-3AD203B41FA5}">
                      <a16:colId xmlns:a16="http://schemas.microsoft.com/office/drawing/2014/main" val="2965835178"/>
                    </a:ext>
                  </a:extLst>
                </a:gridCol>
                <a:gridCol w="1819247">
                  <a:extLst>
                    <a:ext uri="{9D8B030D-6E8A-4147-A177-3AD203B41FA5}">
                      <a16:colId xmlns:a16="http://schemas.microsoft.com/office/drawing/2014/main" val="252340040"/>
                    </a:ext>
                  </a:extLst>
                </a:gridCol>
              </a:tblGrid>
              <a:tr h="412000">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Sno</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Title</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Author</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Methodology Used</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Data Sets</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Advantages of Existing system </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Existing system gaps/Limitations</a:t>
                      </a:r>
                      <a:endParaRPr sz="1200" b="1" dirty="0">
                        <a:latin typeface="Calibri" panose="020F0502020204030204" pitchFamily="34" charset="0"/>
                        <a:cs typeface="Calibri" panose="020F0502020204030204" pitchFamily="34" charset="0"/>
                      </a:endParaRPr>
                    </a:p>
                  </a:txBody>
                  <a:tcPr marL="63500" marR="63500" marT="63500" marB="63500"/>
                </a:tc>
                <a:extLst>
                  <a:ext uri="{0D108BD9-81ED-4DB2-BD59-A6C34878D82A}">
                    <a16:rowId xmlns:a16="http://schemas.microsoft.com/office/drawing/2014/main" val="1073415735"/>
                  </a:ext>
                </a:extLst>
              </a:tr>
            </a:tbl>
          </a:graphicData>
        </a:graphic>
      </p:graphicFrame>
      <p:graphicFrame>
        <p:nvGraphicFramePr>
          <p:cNvPr id="3" name="Table 2">
            <a:extLst>
              <a:ext uri="{FF2B5EF4-FFF2-40B4-BE49-F238E27FC236}">
                <a16:creationId xmlns:a16="http://schemas.microsoft.com/office/drawing/2014/main" id="{AE00816E-83C8-CD17-88A7-0869A89412D9}"/>
              </a:ext>
            </a:extLst>
          </p:cNvPr>
          <p:cNvGraphicFramePr>
            <a:graphicFrameLocks noGrp="1"/>
          </p:cNvGraphicFramePr>
          <p:nvPr>
            <p:extLst>
              <p:ext uri="{D42A27DB-BD31-4B8C-83A1-F6EECF244321}">
                <p14:modId xmlns:p14="http://schemas.microsoft.com/office/powerpoint/2010/main" val="594613172"/>
              </p:ext>
            </p:extLst>
          </p:nvPr>
        </p:nvGraphicFramePr>
        <p:xfrm>
          <a:off x="810491" y="1547161"/>
          <a:ext cx="7419111" cy="1931391"/>
        </p:xfrm>
        <a:graphic>
          <a:graphicData uri="http://schemas.openxmlformats.org/drawingml/2006/table">
            <a:tbl>
              <a:tblPr firstRow="1" bandRow="1"/>
              <a:tblGrid>
                <a:gridCol w="453550">
                  <a:extLst>
                    <a:ext uri="{9D8B030D-6E8A-4147-A177-3AD203B41FA5}">
                      <a16:colId xmlns:a16="http://schemas.microsoft.com/office/drawing/2014/main" val="2222632068"/>
                    </a:ext>
                  </a:extLst>
                </a:gridCol>
                <a:gridCol w="1018540">
                  <a:extLst>
                    <a:ext uri="{9D8B030D-6E8A-4147-A177-3AD203B41FA5}">
                      <a16:colId xmlns:a16="http://schemas.microsoft.com/office/drawing/2014/main" val="2648667708"/>
                    </a:ext>
                  </a:extLst>
                </a:gridCol>
                <a:gridCol w="834745">
                  <a:extLst>
                    <a:ext uri="{9D8B030D-6E8A-4147-A177-3AD203B41FA5}">
                      <a16:colId xmlns:a16="http://schemas.microsoft.com/office/drawing/2014/main" val="2658412511"/>
                    </a:ext>
                  </a:extLst>
                </a:gridCol>
                <a:gridCol w="834746">
                  <a:extLst>
                    <a:ext uri="{9D8B030D-6E8A-4147-A177-3AD203B41FA5}">
                      <a16:colId xmlns:a16="http://schemas.microsoft.com/office/drawing/2014/main" val="2378659352"/>
                    </a:ext>
                  </a:extLst>
                </a:gridCol>
                <a:gridCol w="696893">
                  <a:extLst>
                    <a:ext uri="{9D8B030D-6E8A-4147-A177-3AD203B41FA5}">
                      <a16:colId xmlns:a16="http://schemas.microsoft.com/office/drawing/2014/main" val="692602088"/>
                    </a:ext>
                  </a:extLst>
                </a:gridCol>
                <a:gridCol w="1761390">
                  <a:extLst>
                    <a:ext uri="{9D8B030D-6E8A-4147-A177-3AD203B41FA5}">
                      <a16:colId xmlns:a16="http://schemas.microsoft.com/office/drawing/2014/main" val="2120066694"/>
                    </a:ext>
                  </a:extLst>
                </a:gridCol>
                <a:gridCol w="1819247">
                  <a:extLst>
                    <a:ext uri="{9D8B030D-6E8A-4147-A177-3AD203B41FA5}">
                      <a16:colId xmlns:a16="http://schemas.microsoft.com/office/drawing/2014/main" val="2122761900"/>
                    </a:ext>
                  </a:extLst>
                </a:gridCol>
              </a:tblGrid>
              <a:tr h="1931391">
                <a:tc>
                  <a:txBody>
                    <a:bodyPr/>
                    <a:lstStyle/>
                    <a:p>
                      <a:r>
                        <a:rPr lang="en-IN" sz="1200" b="0" i="0" dirty="0">
                          <a:latin typeface="Calibri" panose="020F0502020204030204" pitchFamily="34" charset="0"/>
                          <a:cs typeface="Calibri" panose="020F0502020204030204" pitchFamily="34" charset="0"/>
                        </a:rPr>
                        <a:t>8</a:t>
                      </a:r>
                    </a:p>
                  </a:txBody>
                  <a:tcPr/>
                </a:tc>
                <a:tc>
                  <a:txBody>
                    <a:bodyPr/>
                    <a:lstStyle/>
                    <a:p>
                      <a:r>
                        <a:rPr lang="en-US" sz="1200" dirty="0">
                          <a:latin typeface="Calibri" panose="020F0502020204030204" pitchFamily="34" charset="0"/>
                          <a:cs typeface="Calibri" panose="020F0502020204030204" pitchFamily="34" charset="0"/>
                        </a:rPr>
                        <a:t>Fraud App Detection using Fuzzy Logic Model Based on Sentiment of Reviews</a:t>
                      </a:r>
                      <a:endParaRPr lang="en-IN" sz="1200" dirty="0">
                        <a:effectLst/>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panose="020F0502020204030204" pitchFamily="34" charset="0"/>
                          <a:cs typeface="Calibri" panose="020F0502020204030204" pitchFamily="34" charset="0"/>
                        </a:rPr>
                        <a:t>Monika Pandey, Prof. </a:t>
                      </a:r>
                      <a:r>
                        <a:rPr lang="en-US" sz="1200" dirty="0" err="1">
                          <a:latin typeface="Calibri" panose="020F0502020204030204" pitchFamily="34" charset="0"/>
                          <a:cs typeface="Calibri" panose="020F0502020204030204" pitchFamily="34" charset="0"/>
                        </a:rPr>
                        <a:t>Tripti</a:t>
                      </a:r>
                      <a:r>
                        <a:rPr lang="en-US" sz="1200" dirty="0">
                          <a:latin typeface="Calibri" panose="020F0502020204030204" pitchFamily="34" charset="0"/>
                          <a:cs typeface="Calibri" panose="020F0502020204030204" pitchFamily="34" charset="0"/>
                        </a:rPr>
                        <a:t> Sharma</a:t>
                      </a:r>
                      <a:endParaRPr lang="en-IN" sz="1200" b="0" dirty="0">
                        <a:effectLst/>
                        <a:latin typeface="Calibri" panose="020F0502020204030204" pitchFamily="34" charset="0"/>
                        <a:cs typeface="Calibri" panose="020F0502020204030204" pitchFamily="34" charset="0"/>
                      </a:endParaRPr>
                    </a:p>
                  </a:txBody>
                  <a:tcPr/>
                </a:tc>
                <a:tc>
                  <a:txBody>
                    <a:bodyPr/>
                    <a:lstStyle/>
                    <a:p>
                      <a:r>
                        <a:rPr lang="en-IN" sz="1200" dirty="0">
                          <a:latin typeface="Calibri" panose="020F0502020204030204" pitchFamily="34" charset="0"/>
                          <a:cs typeface="Calibri" panose="020F0502020204030204" pitchFamily="34" charset="0"/>
                        </a:rPr>
                        <a:t>Fuzzy classification</a:t>
                      </a:r>
                      <a:endParaRPr lang="en-IN" sz="1200" dirty="0">
                        <a:effectLst/>
                        <a:latin typeface="Calibri" panose="020F0502020204030204" pitchFamily="34" charset="0"/>
                        <a:cs typeface="Calibri" panose="020F0502020204030204" pitchFamily="34" charset="0"/>
                      </a:endParaRPr>
                    </a:p>
                  </a:txBody>
                  <a:tcPr/>
                </a:tc>
                <a:tc>
                  <a:txBody>
                    <a:bodyPr/>
                    <a:lstStyle/>
                    <a:p>
                      <a:r>
                        <a:rPr lang="en-IN" sz="1200" dirty="0" err="1">
                          <a:effectLst/>
                          <a:latin typeface="Calibri" panose="020F0502020204030204" pitchFamily="34" charset="0"/>
                          <a:cs typeface="Calibri" panose="020F0502020204030204" pitchFamily="34" charset="0"/>
                        </a:rPr>
                        <a:t>Kaggle_R</a:t>
                      </a:r>
                      <a:endParaRPr lang="en-IN" sz="1200" dirty="0">
                        <a:effectLst/>
                        <a:latin typeface="Calibri" panose="020F0502020204030204" pitchFamily="34" charset="0"/>
                        <a:cs typeface="Calibri" panose="020F0502020204030204" pitchFamily="34" charset="0"/>
                      </a:endParaRPr>
                    </a:p>
                    <a:p>
                      <a:r>
                        <a:rPr lang="en-IN" sz="1200" dirty="0">
                          <a:effectLst/>
                          <a:latin typeface="Calibri" panose="020F0502020204030204" pitchFamily="34" charset="0"/>
                          <a:cs typeface="Calibri" panose="020F0502020204030204" pitchFamily="34" charset="0"/>
                        </a:rPr>
                        <a:t>dataset</a:t>
                      </a:r>
                    </a:p>
                  </a:txBody>
                  <a:tcPr/>
                </a:tc>
                <a:tc>
                  <a:txBody>
                    <a:bodyPr/>
                    <a:lstStyle/>
                    <a:p>
                      <a:pPr marL="0" indent="0">
                        <a:buFont typeface="Arial" panose="020B0604020202020204" pitchFamily="34" charset="0"/>
                        <a:buNone/>
                      </a:pPr>
                      <a:r>
                        <a:rPr lang="en-US"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The proposed system gains average accuracy of 83% with 5 different types of dataset</a:t>
                      </a:r>
                      <a:endParaRPr lang="en-IN" sz="1200" b="0" i="0" dirty="0">
                        <a:latin typeface="Calibri" panose="020F0502020204030204" pitchFamily="34" charset="0"/>
                        <a:cs typeface="Calibri" panose="020F0502020204030204" pitchFamily="34" charset="0"/>
                      </a:endParaRPr>
                    </a:p>
                  </a:txBody>
                  <a:tcPr/>
                </a:tc>
                <a:tc>
                  <a:txBody>
                    <a:bodyPr/>
                    <a:lstStyle/>
                    <a:p>
                      <a:pPr marL="0" indent="0">
                        <a:buFont typeface="Arial" panose="020B0604020202020204" pitchFamily="34" charset="0"/>
                        <a:buNone/>
                      </a:pPr>
                      <a:r>
                        <a:rPr lang="en-US" sz="1200" b="0" i="0" u="none" strike="noStrike" cap="none" dirty="0">
                          <a:solidFill>
                            <a:schemeClr val="tx1"/>
                          </a:solidFill>
                          <a:effectLst/>
                          <a:latin typeface="Calibri" panose="020F0502020204030204" pitchFamily="34" charset="0"/>
                          <a:ea typeface="+mn-ea"/>
                          <a:cs typeface="Calibri" panose="020F0502020204030204" pitchFamily="34" charset="0"/>
                          <a:sym typeface="Arial"/>
                        </a:rPr>
                        <a:t>This model can’t handle imprecise data and the inherent inference of human thinking.</a:t>
                      </a:r>
                      <a:endParaRPr lang="en-IN" sz="1200" dirty="0">
                        <a:effectLst/>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985031687"/>
                  </a:ext>
                </a:extLst>
              </a:tr>
            </a:tbl>
          </a:graphicData>
        </a:graphic>
      </p:graphicFrame>
    </p:spTree>
    <p:extLst>
      <p:ext uri="{BB962C8B-B14F-4D97-AF65-F5344CB8AC3E}">
        <p14:creationId xmlns:p14="http://schemas.microsoft.com/office/powerpoint/2010/main" val="3911832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5E0D837-99D9-4713-40CE-89A3C3A3490B}"/>
              </a:ext>
            </a:extLst>
          </p:cNvPr>
          <p:cNvGraphicFramePr>
            <a:graphicFrameLocks noGrp="1"/>
          </p:cNvGraphicFramePr>
          <p:nvPr>
            <p:extLst>
              <p:ext uri="{D42A27DB-BD31-4B8C-83A1-F6EECF244321}">
                <p14:modId xmlns:p14="http://schemas.microsoft.com/office/powerpoint/2010/main" val="2006058408"/>
              </p:ext>
            </p:extLst>
          </p:nvPr>
        </p:nvGraphicFramePr>
        <p:xfrm>
          <a:off x="810492" y="1054401"/>
          <a:ext cx="7419110" cy="492760"/>
        </p:xfrm>
        <a:graphic>
          <a:graphicData uri="http://schemas.openxmlformats.org/drawingml/2006/table">
            <a:tbl>
              <a:tblPr>
                <a:noFill/>
              </a:tblPr>
              <a:tblGrid>
                <a:gridCol w="453549">
                  <a:extLst>
                    <a:ext uri="{9D8B030D-6E8A-4147-A177-3AD203B41FA5}">
                      <a16:colId xmlns:a16="http://schemas.microsoft.com/office/drawing/2014/main" val="2256062539"/>
                    </a:ext>
                  </a:extLst>
                </a:gridCol>
                <a:gridCol w="1018541">
                  <a:extLst>
                    <a:ext uri="{9D8B030D-6E8A-4147-A177-3AD203B41FA5}">
                      <a16:colId xmlns:a16="http://schemas.microsoft.com/office/drawing/2014/main" val="1096938215"/>
                    </a:ext>
                  </a:extLst>
                </a:gridCol>
                <a:gridCol w="834744">
                  <a:extLst>
                    <a:ext uri="{9D8B030D-6E8A-4147-A177-3AD203B41FA5}">
                      <a16:colId xmlns:a16="http://schemas.microsoft.com/office/drawing/2014/main" val="4035451415"/>
                    </a:ext>
                  </a:extLst>
                </a:gridCol>
                <a:gridCol w="834744">
                  <a:extLst>
                    <a:ext uri="{9D8B030D-6E8A-4147-A177-3AD203B41FA5}">
                      <a16:colId xmlns:a16="http://schemas.microsoft.com/office/drawing/2014/main" val="1730557759"/>
                    </a:ext>
                  </a:extLst>
                </a:gridCol>
                <a:gridCol w="696897">
                  <a:extLst>
                    <a:ext uri="{9D8B030D-6E8A-4147-A177-3AD203B41FA5}">
                      <a16:colId xmlns:a16="http://schemas.microsoft.com/office/drawing/2014/main" val="3343621124"/>
                    </a:ext>
                  </a:extLst>
                </a:gridCol>
                <a:gridCol w="1761388">
                  <a:extLst>
                    <a:ext uri="{9D8B030D-6E8A-4147-A177-3AD203B41FA5}">
                      <a16:colId xmlns:a16="http://schemas.microsoft.com/office/drawing/2014/main" val="2965835178"/>
                    </a:ext>
                  </a:extLst>
                </a:gridCol>
                <a:gridCol w="1819247">
                  <a:extLst>
                    <a:ext uri="{9D8B030D-6E8A-4147-A177-3AD203B41FA5}">
                      <a16:colId xmlns:a16="http://schemas.microsoft.com/office/drawing/2014/main" val="252340040"/>
                    </a:ext>
                  </a:extLst>
                </a:gridCol>
              </a:tblGrid>
              <a:tr h="412000">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Sno</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Title</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Author</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Methodology Used</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Data Sets</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Advantages of Existing system </a:t>
                      </a:r>
                      <a:endParaRPr sz="1200" b="1" dirty="0">
                        <a:latin typeface="Calibri" panose="020F0502020204030204" pitchFamily="34" charset="0"/>
                        <a:cs typeface="Calibri" panose="020F0502020204030204" pitchFamily="34" charset="0"/>
                      </a:endParaRPr>
                    </a:p>
                  </a:txBody>
                  <a:tcPr marL="63500" marR="63500" marT="63500" marB="63500"/>
                </a:tc>
                <a:tc>
                  <a:txBody>
                    <a:bodyPr/>
                    <a:lstStyle/>
                    <a:p>
                      <a:pPr marL="0" lvl="0" indent="0" algn="l" rtl="0">
                        <a:spcBef>
                          <a:spcPts val="0"/>
                        </a:spcBef>
                        <a:spcAft>
                          <a:spcPts val="0"/>
                        </a:spcAft>
                        <a:buNone/>
                      </a:pPr>
                      <a:r>
                        <a:rPr lang="en" sz="1200" b="1" dirty="0">
                          <a:latin typeface="Calibri" panose="020F0502020204030204" pitchFamily="34" charset="0"/>
                          <a:cs typeface="Calibri" panose="020F0502020204030204" pitchFamily="34" charset="0"/>
                        </a:rPr>
                        <a:t>Existing system gaps/Limitations</a:t>
                      </a:r>
                      <a:endParaRPr sz="1200" b="1" dirty="0">
                        <a:latin typeface="Calibri" panose="020F0502020204030204" pitchFamily="34" charset="0"/>
                        <a:cs typeface="Calibri" panose="020F0502020204030204" pitchFamily="34" charset="0"/>
                      </a:endParaRPr>
                    </a:p>
                  </a:txBody>
                  <a:tcPr marL="63500" marR="63500" marT="63500" marB="63500"/>
                </a:tc>
                <a:extLst>
                  <a:ext uri="{0D108BD9-81ED-4DB2-BD59-A6C34878D82A}">
                    <a16:rowId xmlns:a16="http://schemas.microsoft.com/office/drawing/2014/main" val="1073415735"/>
                  </a:ext>
                </a:extLst>
              </a:tr>
            </a:tbl>
          </a:graphicData>
        </a:graphic>
      </p:graphicFrame>
      <p:graphicFrame>
        <p:nvGraphicFramePr>
          <p:cNvPr id="3" name="Table 2">
            <a:extLst>
              <a:ext uri="{FF2B5EF4-FFF2-40B4-BE49-F238E27FC236}">
                <a16:creationId xmlns:a16="http://schemas.microsoft.com/office/drawing/2014/main" id="{7627B99C-5239-9744-CD5E-27751AE3BB23}"/>
              </a:ext>
            </a:extLst>
          </p:cNvPr>
          <p:cNvGraphicFramePr>
            <a:graphicFrameLocks noGrp="1"/>
          </p:cNvGraphicFramePr>
          <p:nvPr>
            <p:extLst>
              <p:ext uri="{D42A27DB-BD31-4B8C-83A1-F6EECF244321}">
                <p14:modId xmlns:p14="http://schemas.microsoft.com/office/powerpoint/2010/main" val="2090803082"/>
              </p:ext>
            </p:extLst>
          </p:nvPr>
        </p:nvGraphicFramePr>
        <p:xfrm>
          <a:off x="810491" y="1547161"/>
          <a:ext cx="7419111" cy="1931391"/>
        </p:xfrm>
        <a:graphic>
          <a:graphicData uri="http://schemas.openxmlformats.org/drawingml/2006/table">
            <a:tbl>
              <a:tblPr firstRow="1" bandRow="1"/>
              <a:tblGrid>
                <a:gridCol w="453550">
                  <a:extLst>
                    <a:ext uri="{9D8B030D-6E8A-4147-A177-3AD203B41FA5}">
                      <a16:colId xmlns:a16="http://schemas.microsoft.com/office/drawing/2014/main" val="2222632068"/>
                    </a:ext>
                  </a:extLst>
                </a:gridCol>
                <a:gridCol w="1018540">
                  <a:extLst>
                    <a:ext uri="{9D8B030D-6E8A-4147-A177-3AD203B41FA5}">
                      <a16:colId xmlns:a16="http://schemas.microsoft.com/office/drawing/2014/main" val="2648667708"/>
                    </a:ext>
                  </a:extLst>
                </a:gridCol>
                <a:gridCol w="834745">
                  <a:extLst>
                    <a:ext uri="{9D8B030D-6E8A-4147-A177-3AD203B41FA5}">
                      <a16:colId xmlns:a16="http://schemas.microsoft.com/office/drawing/2014/main" val="2658412511"/>
                    </a:ext>
                  </a:extLst>
                </a:gridCol>
                <a:gridCol w="834746">
                  <a:extLst>
                    <a:ext uri="{9D8B030D-6E8A-4147-A177-3AD203B41FA5}">
                      <a16:colId xmlns:a16="http://schemas.microsoft.com/office/drawing/2014/main" val="2378659352"/>
                    </a:ext>
                  </a:extLst>
                </a:gridCol>
                <a:gridCol w="696893">
                  <a:extLst>
                    <a:ext uri="{9D8B030D-6E8A-4147-A177-3AD203B41FA5}">
                      <a16:colId xmlns:a16="http://schemas.microsoft.com/office/drawing/2014/main" val="692602088"/>
                    </a:ext>
                  </a:extLst>
                </a:gridCol>
                <a:gridCol w="1761390">
                  <a:extLst>
                    <a:ext uri="{9D8B030D-6E8A-4147-A177-3AD203B41FA5}">
                      <a16:colId xmlns:a16="http://schemas.microsoft.com/office/drawing/2014/main" val="2120066694"/>
                    </a:ext>
                  </a:extLst>
                </a:gridCol>
                <a:gridCol w="1819247">
                  <a:extLst>
                    <a:ext uri="{9D8B030D-6E8A-4147-A177-3AD203B41FA5}">
                      <a16:colId xmlns:a16="http://schemas.microsoft.com/office/drawing/2014/main" val="2122761900"/>
                    </a:ext>
                  </a:extLst>
                </a:gridCol>
              </a:tblGrid>
              <a:tr h="1931391">
                <a:tc>
                  <a:txBody>
                    <a:bodyPr/>
                    <a:lstStyle/>
                    <a:p>
                      <a:r>
                        <a:rPr lang="en-IN" sz="1200" b="0" i="0" dirty="0">
                          <a:latin typeface="Times New Roman" panose="02020603050405020304" pitchFamily="18" charset="0"/>
                          <a:cs typeface="Times New Roman" panose="02020603050405020304" pitchFamily="18" charset="0"/>
                        </a:rPr>
                        <a:t>9</a:t>
                      </a:r>
                    </a:p>
                  </a:txBody>
                  <a:tcPr/>
                </a:tc>
                <a:tc>
                  <a:txBody>
                    <a:bodyPr/>
                    <a:lstStyle/>
                    <a:p>
                      <a:r>
                        <a:rPr lang="en-US" sz="1200" dirty="0">
                          <a:effectLst/>
                          <a:latin typeface="Calibri" panose="020F0502020204030204" pitchFamily="34" charset="0"/>
                          <a:cs typeface="Calibri" panose="020F0502020204030204" pitchFamily="34" charset="0"/>
                        </a:rPr>
                        <a:t>Application of Machine Learning on Fraud App Detection</a:t>
                      </a:r>
                      <a:endParaRPr lang="en-IN" sz="1200" dirty="0">
                        <a:effectLst/>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dirty="0">
                          <a:effectLst/>
                          <a:latin typeface="Calibri" panose="020F0502020204030204" pitchFamily="34" charset="0"/>
                          <a:cs typeface="Calibri" panose="020F0502020204030204" pitchFamily="34" charset="0"/>
                        </a:rPr>
                        <a:t>Syed Abdul Moeed, </a:t>
                      </a:r>
                      <a:r>
                        <a:rPr lang="en-IN" sz="1200" b="0" dirty="0" err="1">
                          <a:effectLst/>
                          <a:latin typeface="Calibri" panose="020F0502020204030204" pitchFamily="34" charset="0"/>
                          <a:cs typeface="Calibri" panose="020F0502020204030204" pitchFamily="34" charset="0"/>
                        </a:rPr>
                        <a:t>G.Ashmitha</a:t>
                      </a:r>
                      <a:r>
                        <a:rPr lang="en-IN" sz="1200" b="0" dirty="0">
                          <a:effectLst/>
                          <a:latin typeface="Calibri" panose="020F0502020204030204" pitchFamily="34" charset="0"/>
                          <a:cs typeface="Calibri" panose="020F0502020204030204" pitchFamily="34" charset="0"/>
                        </a:rPr>
                        <a:t>, </a:t>
                      </a:r>
                      <a:r>
                        <a:rPr lang="en-IN" sz="1200" b="0" dirty="0" err="1">
                          <a:effectLst/>
                          <a:latin typeface="Calibri" panose="020F0502020204030204" pitchFamily="34" charset="0"/>
                          <a:cs typeface="Calibri" panose="020F0502020204030204" pitchFamily="34" charset="0"/>
                        </a:rPr>
                        <a:t>Dr.</a:t>
                      </a:r>
                      <a:r>
                        <a:rPr lang="en-IN" sz="1200" b="0" dirty="0">
                          <a:effectLst/>
                          <a:latin typeface="Calibri" panose="020F0502020204030204" pitchFamily="34" charset="0"/>
                          <a:cs typeface="Calibri" panose="020F0502020204030204" pitchFamily="34" charset="0"/>
                        </a:rPr>
                        <a:t> P. Niranjan</a:t>
                      </a:r>
                    </a:p>
                  </a:txBody>
                  <a:tcPr/>
                </a:tc>
                <a:tc>
                  <a:txBody>
                    <a:bodyPr/>
                    <a:lstStyle/>
                    <a:p>
                      <a:r>
                        <a:rPr lang="en-IN" sz="1200" dirty="0">
                          <a:effectLst/>
                          <a:latin typeface="Calibri" panose="020F0502020204030204" pitchFamily="34" charset="0"/>
                          <a:cs typeface="Calibri" panose="020F0502020204030204" pitchFamily="34" charset="0"/>
                        </a:rPr>
                        <a:t>Naive Bayes classifier</a:t>
                      </a:r>
                    </a:p>
                  </a:txBody>
                  <a:tcPr/>
                </a:tc>
                <a:tc>
                  <a:txBody>
                    <a:bodyPr/>
                    <a:lstStyle/>
                    <a:p>
                      <a:r>
                        <a:rPr lang="en-IN" sz="1200" dirty="0" err="1">
                          <a:effectLst/>
                          <a:latin typeface="Calibri" panose="020F0502020204030204" pitchFamily="34" charset="0"/>
                          <a:cs typeface="Calibri" panose="020F0502020204030204" pitchFamily="34" charset="0"/>
                        </a:rPr>
                        <a:t>Kaggle_R</a:t>
                      </a:r>
                      <a:r>
                        <a:rPr lang="en-IN" sz="1200" dirty="0">
                          <a:effectLst/>
                          <a:latin typeface="Calibri" panose="020F0502020204030204" pitchFamily="34" charset="0"/>
                          <a:cs typeface="Calibri" panose="020F0502020204030204" pitchFamily="34" charset="0"/>
                        </a:rPr>
                        <a:t> </a:t>
                      </a:r>
                    </a:p>
                    <a:p>
                      <a:r>
                        <a:rPr lang="en-IN" sz="1200" dirty="0">
                          <a:effectLst/>
                          <a:latin typeface="Calibri" panose="020F0502020204030204" pitchFamily="34" charset="0"/>
                          <a:cs typeface="Calibri" panose="020F0502020204030204" pitchFamily="34" charset="0"/>
                        </a:rPr>
                        <a:t>dataset</a:t>
                      </a:r>
                    </a:p>
                  </a:txBody>
                  <a:tcPr/>
                </a:tc>
                <a:tc>
                  <a:txBody>
                    <a:bodyPr/>
                    <a:lstStyle/>
                    <a:p>
                      <a:pPr marL="0" indent="0">
                        <a:buFont typeface="Arial" panose="020B0604020202020204" pitchFamily="34" charset="0"/>
                        <a:buNone/>
                      </a:pPr>
                      <a:r>
                        <a:rPr lang="en-US" sz="1200" b="0" i="0" dirty="0">
                          <a:latin typeface="Calibri" panose="020F0502020204030204" pitchFamily="34" charset="0"/>
                          <a:cs typeface="Calibri" panose="020F0502020204030204" pitchFamily="34" charset="0"/>
                        </a:rPr>
                        <a:t>Faster and more accurate detection</a:t>
                      </a:r>
                    </a:p>
                    <a:p>
                      <a:pPr marL="0" indent="0">
                        <a:buFont typeface="Arial" panose="020B0604020202020204" pitchFamily="34" charset="0"/>
                        <a:buNone/>
                      </a:pPr>
                      <a:r>
                        <a:rPr lang="en-US" sz="1200" b="0" i="0" dirty="0">
                          <a:latin typeface="Calibri" panose="020F0502020204030204" pitchFamily="34" charset="0"/>
                          <a:cs typeface="Calibri" panose="020F0502020204030204" pitchFamily="34" charset="0"/>
                        </a:rPr>
                        <a:t>They are very fast to adapt to changes in that normal </a:t>
                      </a:r>
                      <a:r>
                        <a:rPr lang="en-US" sz="1200" b="0" i="0" dirty="0" err="1">
                          <a:latin typeface="Calibri" panose="020F0502020204030204" pitchFamily="34" charset="0"/>
                          <a:cs typeface="Calibri" panose="020F0502020204030204" pitchFamily="34" charset="0"/>
                        </a:rPr>
                        <a:t>behaviour</a:t>
                      </a:r>
                      <a:r>
                        <a:rPr lang="en-US" sz="1200" b="0" i="0" dirty="0">
                          <a:latin typeface="Calibri" panose="020F0502020204030204" pitchFamily="34" charset="0"/>
                          <a:cs typeface="Calibri" panose="020F0502020204030204" pitchFamily="34" charset="0"/>
                        </a:rPr>
                        <a:t> and can quickly identify patterns of fraud transactions</a:t>
                      </a:r>
                      <a:endParaRPr lang="en-IN" sz="1200" b="0" i="0" dirty="0">
                        <a:latin typeface="Calibri" panose="020F0502020204030204" pitchFamily="34" charset="0"/>
                        <a:cs typeface="Calibri" panose="020F0502020204030204" pitchFamily="34" charset="0"/>
                      </a:endParaRPr>
                    </a:p>
                  </a:txBody>
                  <a:tcPr/>
                </a:tc>
                <a:tc>
                  <a:txBody>
                    <a:bodyPr/>
                    <a:lstStyle/>
                    <a:p>
                      <a:pPr marL="171450" indent="-171450">
                        <a:buFont typeface="Arial" panose="020B0604020202020204" pitchFamily="34" charset="0"/>
                        <a:buChar char="•"/>
                      </a:pPr>
                      <a:r>
                        <a:rPr lang="en-US" sz="1200" dirty="0">
                          <a:effectLst/>
                          <a:latin typeface="Calibri" panose="020F0502020204030204" pitchFamily="34" charset="0"/>
                          <a:cs typeface="Calibri" panose="020F0502020204030204" pitchFamily="34" charset="0"/>
                        </a:rPr>
                        <a:t>Positive errors</a:t>
                      </a:r>
                    </a:p>
                    <a:p>
                      <a:pPr marL="171450" indent="-171450">
                        <a:buFont typeface="Arial" panose="020B0604020202020204" pitchFamily="34" charset="0"/>
                        <a:buChar char="•"/>
                      </a:pPr>
                      <a:r>
                        <a:rPr lang="en-US" sz="1200" dirty="0">
                          <a:effectLst/>
                          <a:latin typeface="Calibri" panose="020F0502020204030204" pitchFamily="34" charset="0"/>
                          <a:cs typeface="Calibri" panose="020F0502020204030204" pitchFamily="34" charset="0"/>
                        </a:rPr>
                        <a:t>Less control</a:t>
                      </a:r>
                    </a:p>
                    <a:p>
                      <a:pPr marL="171450" indent="-171450">
                        <a:buFont typeface="Arial" panose="020B0604020202020204" pitchFamily="34" charset="0"/>
                        <a:buChar char="•"/>
                      </a:pPr>
                      <a:r>
                        <a:rPr lang="en-US" sz="1200" dirty="0">
                          <a:effectLst/>
                          <a:latin typeface="Calibri" panose="020F0502020204030204" pitchFamily="34" charset="0"/>
                          <a:cs typeface="Calibri" panose="020F0502020204030204" pitchFamily="34" charset="0"/>
                        </a:rPr>
                        <a:t>No human intelligence</a:t>
                      </a:r>
                      <a:endParaRPr lang="en-IN" sz="1200" dirty="0">
                        <a:effectLst/>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985031687"/>
                  </a:ext>
                </a:extLst>
              </a:tr>
            </a:tbl>
          </a:graphicData>
        </a:graphic>
      </p:graphicFrame>
    </p:spTree>
    <p:extLst>
      <p:ext uri="{BB962C8B-B14F-4D97-AF65-F5344CB8AC3E}">
        <p14:creationId xmlns:p14="http://schemas.microsoft.com/office/powerpoint/2010/main" val="3785480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2" name="Google Shape;66;g13346364f96_0_69">
            <a:extLst>
              <a:ext uri="{FF2B5EF4-FFF2-40B4-BE49-F238E27FC236}">
                <a16:creationId xmlns:a16="http://schemas.microsoft.com/office/drawing/2014/main" id="{0589CFAB-5403-4C68-84D9-22CC488A7B9F}"/>
              </a:ext>
            </a:extLst>
          </p:cNvPr>
          <p:cNvSpPr txBox="1"/>
          <p:nvPr/>
        </p:nvSpPr>
        <p:spPr>
          <a:xfrm>
            <a:off x="2399556" y="362370"/>
            <a:ext cx="4531500" cy="692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300"/>
              <a:buFont typeface="Arial"/>
              <a:buNone/>
            </a:pPr>
            <a:r>
              <a:rPr lang="en" sz="3300" b="1" i="0" u="none" strike="noStrike" cap="none" dirty="0">
                <a:solidFill>
                  <a:schemeClr val="tx1"/>
                </a:solidFill>
                <a:latin typeface="Calibri"/>
                <a:ea typeface="Calibri"/>
                <a:cs typeface="Calibri"/>
                <a:sym typeface="Calibri"/>
              </a:rPr>
              <a:t>Existing System</a:t>
            </a:r>
            <a:endParaRPr sz="3300" b="1" i="0" u="none" strike="noStrike" cap="none" dirty="0">
              <a:solidFill>
                <a:schemeClr val="tx1"/>
              </a:solidFill>
              <a:latin typeface="Calibri"/>
              <a:ea typeface="Calibri"/>
              <a:cs typeface="Calibri"/>
              <a:sym typeface="Calibri"/>
            </a:endParaRPr>
          </a:p>
        </p:txBody>
      </p:sp>
      <p:sp>
        <p:nvSpPr>
          <p:cNvPr id="5" name="TextBox 4">
            <a:extLst>
              <a:ext uri="{FF2B5EF4-FFF2-40B4-BE49-F238E27FC236}">
                <a16:creationId xmlns:a16="http://schemas.microsoft.com/office/drawing/2014/main" id="{5F9DA3A9-3352-6A15-C689-344C7835674B}"/>
              </a:ext>
            </a:extLst>
          </p:cNvPr>
          <p:cNvSpPr txBox="1"/>
          <p:nvPr/>
        </p:nvSpPr>
        <p:spPr>
          <a:xfrm>
            <a:off x="717946" y="1548882"/>
            <a:ext cx="7698266" cy="1754326"/>
          </a:xfrm>
          <a:prstGeom prst="rect">
            <a:avLst/>
          </a:prstGeom>
          <a:noFill/>
        </p:spPr>
        <p:txBody>
          <a:bodyPr wrap="square">
            <a:spAutoFit/>
          </a:bodyPr>
          <a:lstStyle/>
          <a:p>
            <a:pPr marL="171450" lvl="0" indent="-171450" algn="just">
              <a:lnSpc>
                <a:spcPct val="150000"/>
              </a:lnSpc>
              <a:buFont typeface="Arial" pitchFamily="34" charset="0"/>
              <a:buChar char="•"/>
            </a:pPr>
            <a:r>
              <a:rPr lang="en-IN" sz="1200" dirty="0">
                <a:latin typeface="Calibri" pitchFamily="34" charset="0"/>
                <a:cs typeface="Calibri" pitchFamily="34" charset="0"/>
              </a:rPr>
              <a:t>On Detection of Fraud &amp; Malware Apps in Google Play paper, they provided a complete overview of the facts and a recommended fraud detection framework. They tested three types of verification: Quality-based guarantees, rating based guarantees, review-based validation. </a:t>
            </a:r>
            <a:endParaRPr lang="en-US" sz="1200" dirty="0">
              <a:latin typeface="Calibri" pitchFamily="34" charset="0"/>
              <a:cs typeface="Calibri" pitchFamily="34" charset="0"/>
            </a:endParaRPr>
          </a:p>
          <a:p>
            <a:pPr marL="171450" lvl="0" indent="-171450" algn="just">
              <a:lnSpc>
                <a:spcPct val="150000"/>
              </a:lnSpc>
              <a:buFont typeface="Arial" pitchFamily="34" charset="0"/>
              <a:buChar char="•"/>
            </a:pPr>
            <a:r>
              <a:rPr lang="en-IN" sz="1200" dirty="0">
                <a:latin typeface="Calibri" pitchFamily="34" charset="0"/>
                <a:cs typeface="Calibri" pitchFamily="34" charset="0"/>
              </a:rPr>
              <a:t>In Detection of Fraud Apps using Sentiment Analysis, they view only updates as parameters with algorithm naïve Bayes. They have developed a system that involves detecting fraudulent applications through emotional commenting and data processing.</a:t>
            </a:r>
            <a:endParaRPr lang="en-US" sz="1200" dirty="0">
              <a:latin typeface="Calibri" pitchFamily="34" charset="0"/>
              <a:cs typeface="Calibri" pitchFamily="34" charset="0"/>
            </a:endParaRPr>
          </a:p>
        </p:txBody>
      </p:sp>
    </p:spTree>
    <p:extLst>
      <p:ext uri="{BB962C8B-B14F-4D97-AF65-F5344CB8AC3E}">
        <p14:creationId xmlns:p14="http://schemas.microsoft.com/office/powerpoint/2010/main" val="3803595003"/>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74033" y="466529"/>
            <a:ext cx="4814596" cy="1292662"/>
          </a:xfrm>
          <a:prstGeom prst="rect">
            <a:avLst/>
          </a:prstGeom>
          <a:noFill/>
        </p:spPr>
        <p:txBody>
          <a:bodyPr wrap="square" rtlCol="0" anchor="ctr">
            <a:spAutoFit/>
          </a:bodyPr>
          <a:lstStyle/>
          <a:p>
            <a:pPr lvl="0" algn="ctr"/>
            <a:r>
              <a:rPr lang="en-US" sz="3200" b="1" dirty="0">
                <a:solidFill>
                  <a:schemeClr val="tx1"/>
                </a:solidFill>
                <a:latin typeface="Calibri"/>
                <a:ea typeface="Calibri"/>
                <a:cs typeface="Calibri"/>
                <a:sym typeface="Calibri"/>
              </a:rPr>
              <a:t>Limitations of Existing System</a:t>
            </a:r>
          </a:p>
          <a:p>
            <a:endParaRPr lang="en-US" dirty="0"/>
          </a:p>
        </p:txBody>
      </p:sp>
      <p:sp>
        <p:nvSpPr>
          <p:cNvPr id="3" name="TextBox 2"/>
          <p:cNvSpPr txBox="1"/>
          <p:nvPr/>
        </p:nvSpPr>
        <p:spPr>
          <a:xfrm>
            <a:off x="634482" y="1759192"/>
            <a:ext cx="8061649" cy="2100934"/>
          </a:xfrm>
          <a:prstGeom prst="rect">
            <a:avLst/>
          </a:prstGeom>
          <a:noFill/>
        </p:spPr>
        <p:txBody>
          <a:bodyPr wrap="square" rtlCol="0">
            <a:spAutoFit/>
          </a:bodyPr>
          <a:lstStyle/>
          <a:p>
            <a:pPr marL="171450" lvl="0" indent="-171450" algn="just">
              <a:lnSpc>
                <a:spcPct val="150000"/>
              </a:lnSpc>
              <a:buFont typeface="Arial" pitchFamily="34" charset="0"/>
              <a:buChar char="•"/>
            </a:pPr>
            <a:r>
              <a:rPr lang="en-IN" sz="1200" dirty="0">
                <a:latin typeface="Calibri" pitchFamily="34" charset="0"/>
                <a:cs typeface="Calibri" pitchFamily="34" charset="0"/>
              </a:rPr>
              <a:t>Companies can hire groups of people who will collectively commit fraud and offer spamming comments and ratings on an application</a:t>
            </a:r>
            <a:endParaRPr lang="en-US" sz="1200" dirty="0">
              <a:latin typeface="Calibri" pitchFamily="34" charset="0"/>
              <a:cs typeface="Calibri" pitchFamily="34" charset="0"/>
            </a:endParaRPr>
          </a:p>
          <a:p>
            <a:pPr marL="171450" lvl="0" indent="-171450" algn="just">
              <a:lnSpc>
                <a:spcPct val="150000"/>
              </a:lnSpc>
              <a:buFont typeface="Arial" pitchFamily="34" charset="0"/>
              <a:buChar char="•"/>
            </a:pPr>
            <a:r>
              <a:rPr lang="en-IN" sz="1200" dirty="0">
                <a:latin typeface="Calibri" pitchFamily="34" charset="0"/>
                <a:cs typeface="Calibri" pitchFamily="34" charset="0"/>
              </a:rPr>
              <a:t>It is critical to ensure that consumers are presented with accurate and authentic feedback prior to installing an app in order to minimize errors</a:t>
            </a:r>
            <a:endParaRPr lang="en-US" sz="1200" dirty="0">
              <a:latin typeface="Calibri" pitchFamily="34" charset="0"/>
              <a:cs typeface="Calibri" pitchFamily="34" charset="0"/>
            </a:endParaRPr>
          </a:p>
          <a:p>
            <a:pPr marL="171450" lvl="0" indent="-171450" algn="just">
              <a:lnSpc>
                <a:spcPct val="150000"/>
              </a:lnSpc>
              <a:buFont typeface="Arial" pitchFamily="34" charset="0"/>
              <a:buChar char="•"/>
            </a:pPr>
            <a:r>
              <a:rPr lang="en-IN" sz="1200" dirty="0">
                <a:latin typeface="Calibri" pitchFamily="34" charset="0"/>
                <a:cs typeface="Calibri" pitchFamily="34" charset="0"/>
              </a:rPr>
              <a:t>It will be impossible for the user to tell if the remarks or ratings that they scroll over are a scam or genuine for their advantage</a:t>
            </a:r>
            <a:endParaRPr lang="en-US" sz="1200" dirty="0">
              <a:latin typeface="Calibri" pitchFamily="34" charset="0"/>
              <a:cs typeface="Calibri" pitchFamily="34" charset="0"/>
            </a:endParaRPr>
          </a:p>
          <a:p>
            <a:pPr algn="just">
              <a:lnSpc>
                <a:spcPct val="150000"/>
              </a:lnSpc>
            </a:pPr>
            <a:endParaRPr lang="en-US" sz="1200" dirty="0">
              <a:latin typeface="Calibri" pitchFamily="34" charset="0"/>
              <a:cs typeface="Calibri" pitchFamily="34" charset="0"/>
            </a:endParaRPr>
          </a:p>
        </p:txBody>
      </p:sp>
    </p:spTree>
    <p:extLst>
      <p:ext uri="{BB962C8B-B14F-4D97-AF65-F5344CB8AC3E}">
        <p14:creationId xmlns:p14="http://schemas.microsoft.com/office/powerpoint/2010/main" val="4219170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2" name="Google Shape;66;g13346364f96_0_69">
            <a:extLst>
              <a:ext uri="{FF2B5EF4-FFF2-40B4-BE49-F238E27FC236}">
                <a16:creationId xmlns:a16="http://schemas.microsoft.com/office/drawing/2014/main" id="{0589CFAB-5403-4C68-84D9-22CC488A7B9F}"/>
              </a:ext>
            </a:extLst>
          </p:cNvPr>
          <p:cNvSpPr txBox="1"/>
          <p:nvPr/>
        </p:nvSpPr>
        <p:spPr>
          <a:xfrm>
            <a:off x="2306250" y="324531"/>
            <a:ext cx="4531500" cy="692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300"/>
              <a:buFont typeface="Arial"/>
              <a:buNone/>
            </a:pPr>
            <a:r>
              <a:rPr lang="en-IN" sz="3300" b="1" i="0" u="none" strike="noStrike" cap="none" dirty="0">
                <a:solidFill>
                  <a:schemeClr val="tx1"/>
                </a:solidFill>
                <a:latin typeface="Calibri"/>
                <a:ea typeface="Calibri"/>
                <a:cs typeface="Calibri"/>
                <a:sym typeface="Calibri"/>
              </a:rPr>
              <a:t>A</a:t>
            </a:r>
            <a:r>
              <a:rPr lang="en" sz="3300" b="1" i="0" u="none" strike="noStrike" cap="none" dirty="0">
                <a:solidFill>
                  <a:schemeClr val="tx1"/>
                </a:solidFill>
                <a:latin typeface="Calibri"/>
                <a:ea typeface="Calibri"/>
                <a:cs typeface="Calibri"/>
                <a:sym typeface="Calibri"/>
              </a:rPr>
              <a:t>ims &amp; Objectives</a:t>
            </a:r>
            <a:endParaRPr sz="3300" b="1" i="0" u="none" strike="noStrike" cap="none" dirty="0">
              <a:solidFill>
                <a:schemeClr val="tx1"/>
              </a:solidFill>
              <a:latin typeface="Calibri"/>
              <a:ea typeface="Calibri"/>
              <a:cs typeface="Calibri"/>
              <a:sym typeface="Calibri"/>
            </a:endParaRPr>
          </a:p>
        </p:txBody>
      </p:sp>
      <p:sp>
        <p:nvSpPr>
          <p:cNvPr id="4" name="TextBox 3">
            <a:extLst>
              <a:ext uri="{FF2B5EF4-FFF2-40B4-BE49-F238E27FC236}">
                <a16:creationId xmlns:a16="http://schemas.microsoft.com/office/drawing/2014/main" id="{EED3EF75-E3CB-7933-415D-12D1272EE0E0}"/>
              </a:ext>
            </a:extLst>
          </p:cNvPr>
          <p:cNvSpPr txBox="1"/>
          <p:nvPr/>
        </p:nvSpPr>
        <p:spPr>
          <a:xfrm>
            <a:off x="837641" y="1426871"/>
            <a:ext cx="7636670" cy="1448730"/>
          </a:xfrm>
          <a:prstGeom prst="rect">
            <a:avLst/>
          </a:prstGeom>
          <a:noFill/>
        </p:spPr>
        <p:txBody>
          <a:bodyPr wrap="square">
            <a:spAutoFit/>
          </a:bodyPr>
          <a:lstStyle/>
          <a:p>
            <a:pPr marL="171450" lvl="0" indent="-171450" algn="just">
              <a:lnSpc>
                <a:spcPct val="150000"/>
              </a:lnSpc>
              <a:buFont typeface="Arial" pitchFamily="34" charset="0"/>
              <a:buChar char="•"/>
            </a:pPr>
            <a:r>
              <a:rPr lang="en-IN" sz="1200" dirty="0">
                <a:latin typeface="Calibri" pitchFamily="34" charset="0"/>
                <a:cs typeface="Calibri" pitchFamily="34" charset="0"/>
              </a:rPr>
              <a:t>In order to overcome and analyse the many comments and ratings that are supplied for each application, an automated method is required.</a:t>
            </a:r>
          </a:p>
          <a:p>
            <a:pPr lvl="0" algn="just">
              <a:lnSpc>
                <a:spcPct val="150000"/>
              </a:lnSpc>
            </a:pPr>
            <a:endParaRPr lang="en-US" sz="1200" dirty="0">
              <a:latin typeface="Calibri" pitchFamily="34" charset="0"/>
              <a:cs typeface="Calibri" pitchFamily="34" charset="0"/>
            </a:endParaRPr>
          </a:p>
          <a:p>
            <a:pPr marL="171450" lvl="0" indent="-171450" algn="just">
              <a:lnSpc>
                <a:spcPct val="150000"/>
              </a:lnSpc>
              <a:buFont typeface="Arial" pitchFamily="34" charset="0"/>
              <a:buChar char="•"/>
            </a:pPr>
            <a:r>
              <a:rPr lang="en-IN" sz="1200" dirty="0">
                <a:latin typeface="Calibri" pitchFamily="34" charset="0"/>
                <a:cs typeface="Calibri" pitchFamily="34" charset="0"/>
              </a:rPr>
              <a:t>We propose a system that would identify such fake applications on the Play or App store.</a:t>
            </a:r>
            <a:endParaRPr lang="en-US" sz="1200" dirty="0">
              <a:latin typeface="Calibri" pitchFamily="34" charset="0"/>
              <a:cs typeface="Calibri" pitchFamily="34" charset="0"/>
            </a:endParaRPr>
          </a:p>
          <a:p>
            <a:pPr marL="285750" indent="-285750" algn="just">
              <a:lnSpc>
                <a:spcPct val="150000"/>
              </a:lnSpc>
              <a:buFont typeface="Arial" panose="020B0604020202020204" pitchFamily="34" charset="0"/>
              <a:buChar char="•"/>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29316517"/>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2" name="Google Shape;66;g13346364f96_0_69">
            <a:extLst>
              <a:ext uri="{FF2B5EF4-FFF2-40B4-BE49-F238E27FC236}">
                <a16:creationId xmlns:a16="http://schemas.microsoft.com/office/drawing/2014/main" id="{0589CFAB-5403-4C68-84D9-22CC488A7B9F}"/>
              </a:ext>
            </a:extLst>
          </p:cNvPr>
          <p:cNvSpPr txBox="1"/>
          <p:nvPr/>
        </p:nvSpPr>
        <p:spPr>
          <a:xfrm>
            <a:off x="2306250" y="361817"/>
            <a:ext cx="4531500" cy="692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300"/>
              <a:buFont typeface="Arial"/>
              <a:buNone/>
            </a:pPr>
            <a:r>
              <a:rPr lang="en" sz="3300" b="1" i="0" u="none" strike="noStrike" cap="none" dirty="0">
                <a:solidFill>
                  <a:schemeClr val="tx1"/>
                </a:solidFill>
                <a:latin typeface="Calibri"/>
                <a:ea typeface="Calibri"/>
                <a:cs typeface="Calibri"/>
                <a:sym typeface="Calibri"/>
              </a:rPr>
              <a:t>Proposed System</a:t>
            </a:r>
            <a:endParaRPr sz="3300" b="1" i="0" u="none" strike="noStrike" cap="none" dirty="0">
              <a:solidFill>
                <a:schemeClr val="tx1"/>
              </a:solidFill>
              <a:latin typeface="Calibri"/>
              <a:ea typeface="Calibri"/>
              <a:cs typeface="Calibri"/>
              <a:sym typeface="Calibri"/>
            </a:endParaRPr>
          </a:p>
        </p:txBody>
      </p:sp>
      <p:sp>
        <p:nvSpPr>
          <p:cNvPr id="3" name="TextBox 2">
            <a:extLst>
              <a:ext uri="{FF2B5EF4-FFF2-40B4-BE49-F238E27FC236}">
                <a16:creationId xmlns:a16="http://schemas.microsoft.com/office/drawing/2014/main" id="{D683684A-B015-68EE-CB6C-571DF6D43233}"/>
              </a:ext>
            </a:extLst>
          </p:cNvPr>
          <p:cNvSpPr txBox="1"/>
          <p:nvPr/>
        </p:nvSpPr>
        <p:spPr>
          <a:xfrm>
            <a:off x="809053" y="1417588"/>
            <a:ext cx="7819564" cy="2308324"/>
          </a:xfrm>
          <a:prstGeom prst="rect">
            <a:avLst/>
          </a:prstGeom>
          <a:noFill/>
        </p:spPr>
        <p:txBody>
          <a:bodyPr wrap="square">
            <a:spAutoFit/>
          </a:bodyPr>
          <a:lstStyle/>
          <a:p>
            <a:pPr marL="171450" lvl="0" indent="-171450" algn="just">
              <a:lnSpc>
                <a:spcPct val="150000"/>
              </a:lnSpc>
              <a:buFont typeface="Arial" pitchFamily="34" charset="0"/>
              <a:buChar char="•"/>
            </a:pPr>
            <a:r>
              <a:rPr lang="en-IN" sz="1200" dirty="0">
                <a:latin typeface="Calibri" pitchFamily="34" charset="0"/>
                <a:cs typeface="Calibri" pitchFamily="34" charset="0"/>
              </a:rPr>
              <a:t>Our system is based on four parameter that include ratings, reviews, in app purchases and Contains ad to predict.</a:t>
            </a:r>
            <a:endParaRPr lang="en-US" sz="1200" dirty="0">
              <a:latin typeface="Calibri" pitchFamily="34" charset="0"/>
              <a:cs typeface="Calibri" pitchFamily="34" charset="0"/>
            </a:endParaRPr>
          </a:p>
          <a:p>
            <a:pPr marL="171450" lvl="0" indent="-171450" algn="just">
              <a:lnSpc>
                <a:spcPct val="150000"/>
              </a:lnSpc>
              <a:buFont typeface="Arial" pitchFamily="34" charset="0"/>
              <a:buChar char="•"/>
            </a:pPr>
            <a:r>
              <a:rPr lang="en-IN" sz="1200" dirty="0">
                <a:latin typeface="Calibri" pitchFamily="34" charset="0"/>
                <a:cs typeface="Calibri" pitchFamily="34" charset="0"/>
              </a:rPr>
              <a:t>Our system compares three models Decision Tree classifier, Logistic Regression and Naïve Bayes.</a:t>
            </a:r>
            <a:endParaRPr lang="en-US" sz="1200" dirty="0">
              <a:latin typeface="Calibri" pitchFamily="34" charset="0"/>
              <a:cs typeface="Calibri" pitchFamily="34" charset="0"/>
            </a:endParaRPr>
          </a:p>
          <a:p>
            <a:pPr marL="171450" lvl="0" indent="-171450" algn="just">
              <a:lnSpc>
                <a:spcPct val="150000"/>
              </a:lnSpc>
              <a:buFont typeface="Arial" pitchFamily="34" charset="0"/>
              <a:buChar char="•"/>
            </a:pPr>
            <a:r>
              <a:rPr lang="en-IN" sz="1200" dirty="0">
                <a:latin typeface="Calibri" pitchFamily="34" charset="0"/>
                <a:cs typeface="Calibri" pitchFamily="34" charset="0"/>
              </a:rPr>
              <a:t>These models were further analysed on four parameters of F1 score, Recall, Precision and Accuracy.</a:t>
            </a:r>
            <a:endParaRPr lang="en-US" sz="1200" dirty="0">
              <a:latin typeface="Calibri" pitchFamily="34" charset="0"/>
              <a:cs typeface="Calibri" pitchFamily="34" charset="0"/>
            </a:endParaRPr>
          </a:p>
          <a:p>
            <a:pPr marL="171450" lvl="0" indent="-171450" algn="just">
              <a:lnSpc>
                <a:spcPct val="150000"/>
              </a:lnSpc>
              <a:buFont typeface="Arial" pitchFamily="34" charset="0"/>
              <a:buChar char="•"/>
            </a:pPr>
            <a:r>
              <a:rPr lang="en-IN" sz="1200" dirty="0">
                <a:latin typeface="Calibri" pitchFamily="34" charset="0"/>
                <a:cs typeface="Calibri" pitchFamily="34" charset="0"/>
              </a:rPr>
              <a:t>The sole purpose of the given proposed system is majorly to review the fraud detection of Google play store applications and to use the four parameter methods to differentiate certain fraudulent applications or commonly referred to as spam applications. </a:t>
            </a:r>
            <a:endParaRPr lang="en-US" sz="1200" dirty="0">
              <a:latin typeface="Calibri" pitchFamily="34" charset="0"/>
              <a:cs typeface="Calibri" pitchFamily="34" charset="0"/>
            </a:endParaRPr>
          </a:p>
          <a:p>
            <a:pPr marL="171450" lvl="0" indent="-171450" algn="just">
              <a:lnSpc>
                <a:spcPct val="150000"/>
              </a:lnSpc>
              <a:buFont typeface="Arial" pitchFamily="34" charset="0"/>
              <a:buChar char="•"/>
            </a:pPr>
            <a:r>
              <a:rPr lang="en-IN" sz="1200" dirty="0">
                <a:latin typeface="Calibri" pitchFamily="34" charset="0"/>
                <a:cs typeface="Calibri" pitchFamily="34" charset="0"/>
              </a:rPr>
              <a:t>Experimental analysis is performed on different types of methodology in the proposed manner for the detection of fraud or fake applications. </a:t>
            </a:r>
            <a:endParaRPr lang="en-US" sz="1200" dirty="0">
              <a:latin typeface="Calibri" pitchFamily="34" charset="0"/>
              <a:cs typeface="Calibri" pitchFamily="34" charset="0"/>
            </a:endParaRPr>
          </a:p>
        </p:txBody>
      </p:sp>
    </p:spTree>
    <p:extLst>
      <p:ext uri="{BB962C8B-B14F-4D97-AF65-F5344CB8AC3E}">
        <p14:creationId xmlns:p14="http://schemas.microsoft.com/office/powerpoint/2010/main" val="1568919209"/>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67339" y="335902"/>
            <a:ext cx="5085182" cy="800219"/>
          </a:xfrm>
          <a:prstGeom prst="rect">
            <a:avLst/>
          </a:prstGeom>
          <a:noFill/>
        </p:spPr>
        <p:txBody>
          <a:bodyPr wrap="square" rtlCol="0">
            <a:spAutoFit/>
          </a:bodyPr>
          <a:lstStyle/>
          <a:p>
            <a:pPr lvl="0"/>
            <a:r>
              <a:rPr lang="en-US" sz="3200" b="1" dirty="0">
                <a:solidFill>
                  <a:schemeClr val="tx1"/>
                </a:solidFill>
                <a:latin typeface="Calibri"/>
                <a:ea typeface="Calibri"/>
                <a:cs typeface="Calibri"/>
                <a:sym typeface="Calibri"/>
              </a:rPr>
              <a:t>System Requirements</a:t>
            </a:r>
          </a:p>
          <a:p>
            <a:endParaRPr lang="en-US" dirty="0"/>
          </a:p>
        </p:txBody>
      </p:sp>
      <p:sp>
        <p:nvSpPr>
          <p:cNvPr id="5" name="Rectangle 1"/>
          <p:cNvSpPr>
            <a:spLocks noChangeArrowheads="1"/>
          </p:cNvSpPr>
          <p:nvPr/>
        </p:nvSpPr>
        <p:spPr bwMode="auto">
          <a:xfrm>
            <a:off x="2530475" y="120015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228725"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 name="TextBox 2">
            <a:extLst>
              <a:ext uri="{FF2B5EF4-FFF2-40B4-BE49-F238E27FC236}">
                <a16:creationId xmlns:a16="http://schemas.microsoft.com/office/drawing/2014/main" id="{C9CD64C1-B1B9-5AF8-3F3C-2F3FEDAFF604}"/>
              </a:ext>
            </a:extLst>
          </p:cNvPr>
          <p:cNvSpPr txBox="1"/>
          <p:nvPr/>
        </p:nvSpPr>
        <p:spPr>
          <a:xfrm>
            <a:off x="1063083" y="1428750"/>
            <a:ext cx="6861717" cy="3631763"/>
          </a:xfrm>
          <a:prstGeom prst="rect">
            <a:avLst/>
          </a:prstGeom>
          <a:noFill/>
        </p:spPr>
        <p:txBody>
          <a:bodyPr wrap="square" rtlCol="0">
            <a:spAutoFit/>
          </a:bodyPr>
          <a:lstStyle/>
          <a:p>
            <a:r>
              <a:rPr lang="en-IN" sz="1200" dirty="0">
                <a:latin typeface="Calibri" panose="020F0502020204030204" pitchFamily="34" charset="0"/>
                <a:cs typeface="Calibri" panose="020F0502020204030204" pitchFamily="34" charset="0"/>
              </a:rPr>
              <a:t>Operating</a:t>
            </a:r>
            <a:r>
              <a:rPr lang="en-IN" dirty="0"/>
              <a:t> </a:t>
            </a:r>
            <a:r>
              <a:rPr lang="en-IN" sz="1200" dirty="0">
                <a:latin typeface="Calibri" panose="020F0502020204030204" pitchFamily="34" charset="0"/>
                <a:cs typeface="Calibri" panose="020F0502020204030204" pitchFamily="34" charset="0"/>
              </a:rPr>
              <a:t>System 		:	Windows 10/11</a:t>
            </a:r>
          </a:p>
          <a:p>
            <a:endParaRPr lang="en-IN" sz="1200" dirty="0">
              <a:latin typeface="Calibri" panose="020F0502020204030204" pitchFamily="34" charset="0"/>
              <a:cs typeface="Calibri" panose="020F0502020204030204" pitchFamily="34" charset="0"/>
            </a:endParaRPr>
          </a:p>
          <a:p>
            <a:r>
              <a:rPr lang="en-IN" sz="1200" dirty="0">
                <a:latin typeface="Calibri" panose="020F0502020204030204" pitchFamily="34" charset="0"/>
                <a:cs typeface="Calibri" panose="020F0502020204030204" pitchFamily="34" charset="0"/>
              </a:rPr>
              <a:t>Development Software		: 	Python 3.10</a:t>
            </a:r>
          </a:p>
          <a:p>
            <a:endParaRPr lang="en-IN" sz="1200" dirty="0">
              <a:latin typeface="Calibri" panose="020F0502020204030204" pitchFamily="34" charset="0"/>
              <a:cs typeface="Calibri" panose="020F0502020204030204" pitchFamily="34" charset="0"/>
            </a:endParaRPr>
          </a:p>
          <a:p>
            <a:r>
              <a:rPr lang="en-IN" sz="1200" dirty="0">
                <a:latin typeface="Calibri" panose="020F0502020204030204" pitchFamily="34" charset="0"/>
                <a:cs typeface="Calibri" panose="020F0502020204030204" pitchFamily="34" charset="0"/>
              </a:rPr>
              <a:t>Programming Language		: 	Python</a:t>
            </a:r>
          </a:p>
          <a:p>
            <a:endParaRPr lang="en-IN" sz="1200" dirty="0">
              <a:latin typeface="Calibri" panose="020F0502020204030204" pitchFamily="34" charset="0"/>
              <a:cs typeface="Calibri" panose="020F0502020204030204" pitchFamily="34" charset="0"/>
            </a:endParaRPr>
          </a:p>
          <a:p>
            <a:r>
              <a:rPr lang="en-IN" sz="1200" dirty="0">
                <a:latin typeface="Calibri" panose="020F0502020204030204" pitchFamily="34" charset="0"/>
                <a:cs typeface="Calibri" panose="020F0502020204030204" pitchFamily="34" charset="0"/>
              </a:rPr>
              <a:t>Domain			: 	Machine learning</a:t>
            </a:r>
          </a:p>
          <a:p>
            <a:endParaRPr lang="en-IN" sz="1200" dirty="0">
              <a:latin typeface="Calibri" panose="020F0502020204030204" pitchFamily="34" charset="0"/>
              <a:cs typeface="Calibri" panose="020F0502020204030204" pitchFamily="34" charset="0"/>
            </a:endParaRPr>
          </a:p>
          <a:p>
            <a:r>
              <a:rPr lang="en-IN" sz="1200" dirty="0">
                <a:latin typeface="Calibri" panose="020F0502020204030204" pitchFamily="34" charset="0"/>
                <a:cs typeface="Calibri" panose="020F0502020204030204" pitchFamily="34" charset="0"/>
              </a:rPr>
              <a:t>Development Environment		:	Visual Studio Code</a:t>
            </a:r>
          </a:p>
          <a:p>
            <a:endParaRPr lang="en-IN" sz="1200" dirty="0">
              <a:latin typeface="Calibri" panose="020F0502020204030204" pitchFamily="34" charset="0"/>
              <a:cs typeface="Calibri" panose="020F0502020204030204" pitchFamily="34" charset="0"/>
            </a:endParaRPr>
          </a:p>
          <a:p>
            <a:r>
              <a:rPr lang="en-IN" sz="1200" dirty="0">
                <a:latin typeface="Calibri" panose="020F0502020204030204" pitchFamily="34" charset="0"/>
                <a:cs typeface="Calibri" panose="020F0502020204030204" pitchFamily="34" charset="0"/>
              </a:rPr>
              <a:t>Front End Technologies		:	HTML5, CSS3, Java Script</a:t>
            </a:r>
          </a:p>
          <a:p>
            <a:endParaRPr lang="en-IN" sz="1200" dirty="0">
              <a:latin typeface="Calibri" panose="020F0502020204030204" pitchFamily="34" charset="0"/>
              <a:cs typeface="Calibri" panose="020F0502020204030204" pitchFamily="34" charset="0"/>
            </a:endParaRPr>
          </a:p>
          <a:p>
            <a:r>
              <a:rPr lang="en-IN" sz="1200" dirty="0">
                <a:latin typeface="Calibri" panose="020F0502020204030204" pitchFamily="34" charset="0"/>
                <a:cs typeface="Calibri" panose="020F0502020204030204" pitchFamily="34" charset="0"/>
              </a:rPr>
              <a:t>Back End Technologies or Framework	:	 Django</a:t>
            </a:r>
          </a:p>
          <a:p>
            <a:endParaRPr lang="en-IN" sz="1200" dirty="0">
              <a:latin typeface="Calibri" panose="020F0502020204030204" pitchFamily="34" charset="0"/>
              <a:cs typeface="Calibri" panose="020F0502020204030204" pitchFamily="34" charset="0"/>
            </a:endParaRPr>
          </a:p>
          <a:p>
            <a:pPr algn="just"/>
            <a:r>
              <a:rPr lang="en-IN" sz="1200" dirty="0">
                <a:latin typeface="Calibri" panose="020F0502020204030204" pitchFamily="34" charset="0"/>
                <a:cs typeface="Calibri" panose="020F0502020204030204" pitchFamily="34" charset="0"/>
              </a:rPr>
              <a:t>Database Language		:	SQL</a:t>
            </a:r>
          </a:p>
          <a:p>
            <a:pPr algn="just"/>
            <a:endParaRPr lang="en-IN" sz="1200" dirty="0">
              <a:latin typeface="Calibri" panose="020F0502020204030204" pitchFamily="34" charset="0"/>
              <a:cs typeface="Calibri" panose="020F0502020204030204" pitchFamily="34" charset="0"/>
            </a:endParaRPr>
          </a:p>
          <a:p>
            <a:pPr algn="just"/>
            <a:r>
              <a:rPr lang="en-IN" sz="1200" dirty="0">
                <a:latin typeface="Calibri" panose="020F0502020204030204" pitchFamily="34" charset="0"/>
                <a:cs typeface="Calibri" panose="020F0502020204030204" pitchFamily="34" charset="0"/>
              </a:rPr>
              <a:t>Database Software		:	 WAMP or XAMPP Server</a:t>
            </a:r>
          </a:p>
          <a:p>
            <a:endParaRPr lang="en-IN" sz="1200" dirty="0">
              <a:latin typeface="Calibri" panose="020F0502020204030204" pitchFamily="34" charset="0"/>
              <a:cs typeface="Calibri" panose="020F0502020204030204" pitchFamily="34" charset="0"/>
            </a:endParaRPr>
          </a:p>
          <a:p>
            <a:endParaRPr lang="en-IN" sz="12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3A84669A-28BF-A790-17CC-9DD02C2681BF}"/>
              </a:ext>
            </a:extLst>
          </p:cNvPr>
          <p:cNvSpPr txBox="1"/>
          <p:nvPr/>
        </p:nvSpPr>
        <p:spPr>
          <a:xfrm>
            <a:off x="1063083" y="982232"/>
            <a:ext cx="2133600" cy="307777"/>
          </a:xfrm>
          <a:prstGeom prst="rect">
            <a:avLst/>
          </a:prstGeom>
          <a:noFill/>
        </p:spPr>
        <p:txBody>
          <a:bodyPr wrap="square" rtlCol="0">
            <a:spAutoFit/>
          </a:bodyPr>
          <a:lstStyle/>
          <a:p>
            <a:r>
              <a:rPr lang="en-IN" b="1" u="sng" dirty="0">
                <a:latin typeface="Calibri" panose="020F0502020204030204" pitchFamily="34" charset="0"/>
                <a:cs typeface="Calibri" panose="020F0502020204030204" pitchFamily="34" charset="0"/>
              </a:rPr>
              <a:t>SOFTWARE</a:t>
            </a:r>
          </a:p>
        </p:txBody>
      </p:sp>
    </p:spTree>
    <p:extLst>
      <p:ext uri="{BB962C8B-B14F-4D97-AF65-F5344CB8AC3E}">
        <p14:creationId xmlns:p14="http://schemas.microsoft.com/office/powerpoint/2010/main" val="2526009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F2ADDC-BA83-D0FB-4EC5-697C84115142}"/>
              </a:ext>
            </a:extLst>
          </p:cNvPr>
          <p:cNvSpPr txBox="1"/>
          <p:nvPr/>
        </p:nvSpPr>
        <p:spPr>
          <a:xfrm>
            <a:off x="1122556" y="735981"/>
            <a:ext cx="3449444" cy="307777"/>
          </a:xfrm>
          <a:prstGeom prst="rect">
            <a:avLst/>
          </a:prstGeom>
          <a:noFill/>
        </p:spPr>
        <p:txBody>
          <a:bodyPr wrap="square" rtlCol="0">
            <a:spAutoFit/>
          </a:bodyPr>
          <a:lstStyle/>
          <a:p>
            <a:r>
              <a:rPr lang="en-IN" b="1" u="sng" dirty="0">
                <a:latin typeface="Calibri" panose="020F0502020204030204" pitchFamily="34" charset="0"/>
                <a:cs typeface="Calibri" panose="020F0502020204030204" pitchFamily="34" charset="0"/>
              </a:rPr>
              <a:t>HARDWARE</a:t>
            </a:r>
          </a:p>
        </p:txBody>
      </p:sp>
      <p:sp>
        <p:nvSpPr>
          <p:cNvPr id="4" name="TextBox 3">
            <a:extLst>
              <a:ext uri="{FF2B5EF4-FFF2-40B4-BE49-F238E27FC236}">
                <a16:creationId xmlns:a16="http://schemas.microsoft.com/office/drawing/2014/main" id="{706E2F7E-1398-1A5B-3A96-34B5FB47262F}"/>
              </a:ext>
            </a:extLst>
          </p:cNvPr>
          <p:cNvSpPr txBox="1"/>
          <p:nvPr/>
        </p:nvSpPr>
        <p:spPr>
          <a:xfrm>
            <a:off x="1122556" y="1338147"/>
            <a:ext cx="7909932" cy="1015663"/>
          </a:xfrm>
          <a:prstGeom prst="rect">
            <a:avLst/>
          </a:prstGeom>
          <a:noFill/>
        </p:spPr>
        <p:txBody>
          <a:bodyPr wrap="square" rtlCol="0">
            <a:spAutoFit/>
          </a:bodyPr>
          <a:lstStyle/>
          <a:p>
            <a:r>
              <a:rPr lang="en-IN" sz="1200" dirty="0">
                <a:latin typeface="Calibri" panose="020F0502020204030204" pitchFamily="34" charset="0"/>
                <a:cs typeface="Calibri" panose="020F0502020204030204" pitchFamily="34" charset="0"/>
              </a:rPr>
              <a:t>Operating System	:	windows 10/11</a:t>
            </a:r>
          </a:p>
          <a:p>
            <a:endParaRPr lang="en-IN" sz="1200" dirty="0">
              <a:latin typeface="Calibri" panose="020F0502020204030204" pitchFamily="34" charset="0"/>
              <a:cs typeface="Calibri" panose="020F0502020204030204" pitchFamily="34" charset="0"/>
            </a:endParaRPr>
          </a:p>
          <a:p>
            <a:r>
              <a:rPr lang="en-IN" sz="1200" dirty="0">
                <a:latin typeface="Calibri" panose="020F0502020204030204" pitchFamily="34" charset="0"/>
                <a:cs typeface="Calibri" panose="020F0502020204030204" pitchFamily="34" charset="0"/>
              </a:rPr>
              <a:t>Ram		: 	8Gb</a:t>
            </a:r>
          </a:p>
          <a:p>
            <a:endParaRPr lang="en-IN" sz="1200" dirty="0">
              <a:latin typeface="Calibri" panose="020F0502020204030204" pitchFamily="34" charset="0"/>
              <a:cs typeface="Calibri" panose="020F0502020204030204" pitchFamily="34" charset="0"/>
            </a:endParaRPr>
          </a:p>
          <a:p>
            <a:r>
              <a:rPr lang="en-IN" sz="1200" dirty="0">
                <a:latin typeface="Calibri" panose="020F0502020204030204" pitchFamily="34" charset="0"/>
                <a:cs typeface="Calibri" panose="020F0502020204030204" pitchFamily="34" charset="0"/>
              </a:rPr>
              <a:t>Hard Disk		:	500Gb</a:t>
            </a:r>
          </a:p>
        </p:txBody>
      </p:sp>
    </p:spTree>
    <p:extLst>
      <p:ext uri="{BB962C8B-B14F-4D97-AF65-F5344CB8AC3E}">
        <p14:creationId xmlns:p14="http://schemas.microsoft.com/office/powerpoint/2010/main" val="1247642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6;g13346364f96_0_69">
            <a:extLst>
              <a:ext uri="{FF2B5EF4-FFF2-40B4-BE49-F238E27FC236}">
                <a16:creationId xmlns:a16="http://schemas.microsoft.com/office/drawing/2014/main" id="{43811A5C-18D1-2636-6FF6-6D764301D38B}"/>
              </a:ext>
            </a:extLst>
          </p:cNvPr>
          <p:cNvSpPr txBox="1"/>
          <p:nvPr/>
        </p:nvSpPr>
        <p:spPr>
          <a:xfrm>
            <a:off x="886028" y="2124463"/>
            <a:ext cx="7371944" cy="894574"/>
          </a:xfrm>
          <a:prstGeom prst="rect">
            <a:avLst/>
          </a:prstGeom>
          <a:noFill/>
          <a:ln>
            <a:noFill/>
          </a:ln>
        </p:spPr>
        <p:txBody>
          <a:bodyPr spcFirstLastPara="1" wrap="square" lIns="91425" tIns="91425" rIns="91425" bIns="91425" anchor="t" anchorCtr="0">
            <a:spAutoFit/>
          </a:bodyPr>
          <a:lstStyle/>
          <a:p>
            <a:pPr algn="ctr">
              <a:lnSpc>
                <a:spcPct val="107000"/>
              </a:lnSpc>
              <a:spcAft>
                <a:spcPts val="400"/>
              </a:spcAft>
            </a:pPr>
            <a:r>
              <a:rPr lang="en-IN" sz="40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THANK YOU</a:t>
            </a:r>
            <a:endParaRPr lang="en-IN" sz="4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48829553"/>
      </p:ext>
    </p:extLst>
  </p:cSld>
  <p:clrMapOvr>
    <a:masterClrMapping/>
  </p:clrMapOvr>
  <p:transition spd="slow">
    <p:fade/>
  </p:transition>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1774</TotalTime>
  <Words>1736</Words>
  <Application>Microsoft Office PowerPoint</Application>
  <PresentationFormat>On-screen Show (16:9)</PresentationFormat>
  <Paragraphs>205</Paragraphs>
  <Slides>22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Roboto</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Bhavani Yalamanchili</dc:creator>
  <cp:lastModifiedBy>FAZAL</cp:lastModifiedBy>
  <cp:revision>26</cp:revision>
  <dcterms:modified xsi:type="dcterms:W3CDTF">2023-02-08T15:44:49Z</dcterms:modified>
</cp:coreProperties>
</file>